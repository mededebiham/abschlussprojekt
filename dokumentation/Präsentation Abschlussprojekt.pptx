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7"/>
  </p:notesMasterIdLst>
  <p:handoutMasterIdLst>
    <p:handoutMasterId r:id="rId28"/>
  </p:handoutMasterIdLst>
  <p:sldIdLst>
    <p:sldId id="292" r:id="rId5"/>
    <p:sldId id="259" r:id="rId6"/>
    <p:sldId id="281" r:id="rId7"/>
    <p:sldId id="276" r:id="rId8"/>
    <p:sldId id="297" r:id="rId9"/>
    <p:sldId id="298" r:id="rId10"/>
    <p:sldId id="299" r:id="rId11"/>
    <p:sldId id="300" r:id="rId12"/>
    <p:sldId id="285" r:id="rId13"/>
    <p:sldId id="302" r:id="rId14"/>
    <p:sldId id="303" r:id="rId15"/>
    <p:sldId id="284" r:id="rId16"/>
    <p:sldId id="277" r:id="rId17"/>
    <p:sldId id="294" r:id="rId18"/>
    <p:sldId id="278" r:id="rId19"/>
    <p:sldId id="279" r:id="rId20"/>
    <p:sldId id="282" r:id="rId21"/>
    <p:sldId id="296" r:id="rId22"/>
    <p:sldId id="293" r:id="rId23"/>
    <p:sldId id="295" r:id="rId24"/>
    <p:sldId id="288" r:id="rId25"/>
    <p:sldId id="289" r:id="rId26"/>
  </p:sldIdLst>
  <p:sldSz cx="12192000" cy="6858000"/>
  <p:notesSz cx="6858000" cy="9144000"/>
  <p:defaultTextStyle>
    <a:defPPr rtl="0">
      <a:defRPr lang="de-DE"/>
    </a:defPPr>
    <a:lvl1pPr marL="0" algn="l" defTabSz="914400" rtl="0" eaLnBrk="1" latinLnBrk="0" hangingPunct="1">
      <a:defRPr lang="de-DE" sz="1800" kern="1200">
        <a:solidFill>
          <a:schemeClr val="tx1"/>
        </a:solidFill>
        <a:latin typeface="+mn-lt"/>
        <a:ea typeface="+mn-ea"/>
        <a:cs typeface="+mn-cs"/>
      </a:defRPr>
    </a:lvl1pPr>
    <a:lvl2pPr marL="457200" algn="l" defTabSz="914400" rtl="0" eaLnBrk="1" latinLnBrk="0" hangingPunct="1">
      <a:defRPr lang="de-DE" sz="1800" kern="1200">
        <a:solidFill>
          <a:schemeClr val="tx1"/>
        </a:solidFill>
        <a:latin typeface="+mn-lt"/>
        <a:ea typeface="+mn-ea"/>
        <a:cs typeface="+mn-cs"/>
      </a:defRPr>
    </a:lvl2pPr>
    <a:lvl3pPr marL="914400" algn="l" defTabSz="914400" rtl="0" eaLnBrk="1" latinLnBrk="0" hangingPunct="1">
      <a:defRPr lang="de-DE" sz="1800" kern="1200">
        <a:solidFill>
          <a:schemeClr val="tx1"/>
        </a:solidFill>
        <a:latin typeface="+mn-lt"/>
        <a:ea typeface="+mn-ea"/>
        <a:cs typeface="+mn-cs"/>
      </a:defRPr>
    </a:lvl3pPr>
    <a:lvl4pPr marL="1371600" algn="l" defTabSz="914400" rtl="0" eaLnBrk="1" latinLnBrk="0" hangingPunct="1">
      <a:defRPr lang="de-DE" sz="1800" kern="1200">
        <a:solidFill>
          <a:schemeClr val="tx1"/>
        </a:solidFill>
        <a:latin typeface="+mn-lt"/>
        <a:ea typeface="+mn-ea"/>
        <a:cs typeface="+mn-cs"/>
      </a:defRPr>
    </a:lvl4pPr>
    <a:lvl5pPr marL="1828800" algn="l" defTabSz="914400" rtl="0" eaLnBrk="1" latinLnBrk="0" hangingPunct="1">
      <a:defRPr lang="de-DE" sz="1800" kern="1200">
        <a:solidFill>
          <a:schemeClr val="tx1"/>
        </a:solidFill>
        <a:latin typeface="+mn-lt"/>
        <a:ea typeface="+mn-ea"/>
        <a:cs typeface="+mn-cs"/>
      </a:defRPr>
    </a:lvl5pPr>
    <a:lvl6pPr marL="2286000" algn="l" defTabSz="914400" rtl="0" eaLnBrk="1" latinLnBrk="0" hangingPunct="1">
      <a:defRPr lang="de-DE" sz="1800" kern="1200">
        <a:solidFill>
          <a:schemeClr val="tx1"/>
        </a:solidFill>
        <a:latin typeface="+mn-lt"/>
        <a:ea typeface="+mn-ea"/>
        <a:cs typeface="+mn-cs"/>
      </a:defRPr>
    </a:lvl6pPr>
    <a:lvl7pPr marL="2743200" algn="l" defTabSz="914400" rtl="0" eaLnBrk="1" latinLnBrk="0" hangingPunct="1">
      <a:defRPr lang="de-DE" sz="1800" kern="1200">
        <a:solidFill>
          <a:schemeClr val="tx1"/>
        </a:solidFill>
        <a:latin typeface="+mn-lt"/>
        <a:ea typeface="+mn-ea"/>
        <a:cs typeface="+mn-cs"/>
      </a:defRPr>
    </a:lvl7pPr>
    <a:lvl8pPr marL="3200400" algn="l" defTabSz="914400" rtl="0" eaLnBrk="1" latinLnBrk="0" hangingPunct="1">
      <a:defRPr lang="de-DE" sz="1800" kern="1200">
        <a:solidFill>
          <a:schemeClr val="tx1"/>
        </a:solidFill>
        <a:latin typeface="+mn-lt"/>
        <a:ea typeface="+mn-ea"/>
        <a:cs typeface="+mn-cs"/>
      </a:defRPr>
    </a:lvl8pPr>
    <a:lvl9pPr marL="3657600" algn="l" defTabSz="914400" rtl="0" eaLnBrk="1" latinLnBrk="0" hangingPunct="1">
      <a:defRPr lang="de-DE"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536" userDrawn="1">
          <p15:clr>
            <a:srgbClr val="A4A3A4"/>
          </p15:clr>
        </p15:guide>
        <p15:guide id="2" pos="312"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84400"/>
    <a:srgbClr val="446992"/>
    <a:srgbClr val="AEC2D8"/>
    <a:srgbClr val="98432A"/>
    <a:srgbClr val="44678D"/>
    <a:srgbClr val="263E5A"/>
    <a:srgbClr val="D6E0EB"/>
    <a:srgbClr val="728DAB"/>
    <a:srgbClr val="C95B3A"/>
    <a:srgbClr val="2D4C6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9A1BFDB-2B6F-BEFA-6E8C-1497F9597B47}" v="3" dt="2024-07-30T14:05:42.808"/>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1536"/>
        <p:guide pos="312"/>
      </p:guideLst>
    </p:cSldViewPr>
  </p:slide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notesMaster" Target="notesMasters/notesMaster1.xml"/><Relationship Id="rId30" Type="http://schemas.openxmlformats.org/officeDocument/2006/relationships/viewProps" Target="viewProps.xml"/><Relationship Id="rId35" Type="http://schemas.microsoft.com/office/2018/10/relationships/authors" Target="authors.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sama Shehata" userId="S::osama.shehata@brightstraining.com::b5e9b51c-bb78-427a-8494-4284368532ce" providerId="AD" clId="Web-{29A1BFDB-2B6F-BEFA-6E8C-1497F9597B47}"/>
    <pc:docChg chg="modSld">
      <pc:chgData name="Osama Shehata" userId="S::osama.shehata@brightstraining.com::b5e9b51c-bb78-427a-8494-4284368532ce" providerId="AD" clId="Web-{29A1BFDB-2B6F-BEFA-6E8C-1497F9597B47}" dt="2024-07-30T14:05:42.808" v="2" actId="1076"/>
      <pc:docMkLst>
        <pc:docMk/>
      </pc:docMkLst>
      <pc:sldChg chg="modSp">
        <pc:chgData name="Osama Shehata" userId="S::osama.shehata@brightstraining.com::b5e9b51c-bb78-427a-8494-4284368532ce" providerId="AD" clId="Web-{29A1BFDB-2B6F-BEFA-6E8C-1497F9597B47}" dt="2024-07-30T14:05:42.808" v="2" actId="1076"/>
        <pc:sldMkLst>
          <pc:docMk/>
          <pc:sldMk cId="2993314097" sldId="299"/>
        </pc:sldMkLst>
        <pc:picChg chg="mod">
          <ac:chgData name="Osama Shehata" userId="S::osama.shehata@brightstraining.com::b5e9b51c-bb78-427a-8494-4284368532ce" providerId="AD" clId="Web-{29A1BFDB-2B6F-BEFA-6E8C-1497F9597B47}" dt="2024-07-30T14:05:42.808" v="2" actId="1076"/>
          <ac:picMkLst>
            <pc:docMk/>
            <pc:sldMk cId="2993314097" sldId="299"/>
            <ac:picMk id="12" creationId="{2A28245E-D51E-E61E-DE67-B285E7340DB7}"/>
          </ac:picMkLst>
        </pc:pic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_116_61C4CFB5.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Sheet1!$B$1</c:f>
              <c:strCache>
                <c:ptCount val="1"/>
                <c:pt idx="0">
                  <c:v>Serie 3</c:v>
                </c:pt>
              </c:strCache>
            </c:strRef>
          </c:tx>
          <c:spPr>
            <a:solidFill>
              <a:srgbClr val="AEC2D8"/>
            </a:solidFill>
            <a:ln>
              <a:noFill/>
            </a:ln>
            <a:effectLst/>
          </c:spPr>
          <c:invertIfNegative val="0"/>
          <c:cat>
            <c:strRef>
              <c:f>Sheet1!$A$2:$A$5</c:f>
              <c:strCache>
                <c:ptCount val="4"/>
                <c:pt idx="0">
                  <c:v>Q4</c:v>
                </c:pt>
                <c:pt idx="1">
                  <c:v>Q3</c:v>
                </c:pt>
                <c:pt idx="2">
                  <c:v>Q2</c:v>
                </c:pt>
                <c:pt idx="3">
                  <c:v>Q1</c:v>
                </c:pt>
              </c:strCache>
            </c:strRef>
          </c:cat>
          <c:val>
            <c:numRef>
              <c:f>Sheet1!$B$2:$B$5</c:f>
              <c:numCache>
                <c:formatCode>General</c:formatCode>
                <c:ptCount val="4"/>
                <c:pt idx="0">
                  <c:v>4.5</c:v>
                </c:pt>
                <c:pt idx="1">
                  <c:v>3.5</c:v>
                </c:pt>
                <c:pt idx="2">
                  <c:v>2.5</c:v>
                </c:pt>
                <c:pt idx="3">
                  <c:v>4.3</c:v>
                </c:pt>
              </c:numCache>
            </c:numRef>
          </c:val>
          <c:extLst>
            <c:ext xmlns:c16="http://schemas.microsoft.com/office/drawing/2014/chart" uri="{C3380CC4-5D6E-409C-BE32-E72D297353CC}">
              <c16:uniqueId val="{00000000-BE9D-4522-B7DA-30E6261B2BA0}"/>
            </c:ext>
          </c:extLst>
        </c:ser>
        <c:ser>
          <c:idx val="1"/>
          <c:order val="1"/>
          <c:tx>
            <c:strRef>
              <c:f>Sheet1!$C$1</c:f>
              <c:strCache>
                <c:ptCount val="1"/>
                <c:pt idx="0">
                  <c:v>Serie 2</c:v>
                </c:pt>
              </c:strCache>
            </c:strRef>
          </c:tx>
          <c:spPr>
            <a:solidFill>
              <a:srgbClr val="D84400"/>
            </a:solidFill>
            <a:ln>
              <a:noFill/>
            </a:ln>
            <a:effectLst/>
          </c:spPr>
          <c:invertIfNegative val="0"/>
          <c:cat>
            <c:strRef>
              <c:f>Sheet1!$A$2:$A$5</c:f>
              <c:strCache>
                <c:ptCount val="4"/>
                <c:pt idx="0">
                  <c:v>Q4</c:v>
                </c:pt>
                <c:pt idx="1">
                  <c:v>Q3</c:v>
                </c:pt>
                <c:pt idx="2">
                  <c:v>Q2</c:v>
                </c:pt>
                <c:pt idx="3">
                  <c:v>Q1</c:v>
                </c:pt>
              </c:strCache>
            </c:strRef>
          </c:cat>
          <c:val>
            <c:numRef>
              <c:f>Sheet1!$C$2:$C$5</c:f>
              <c:numCache>
                <c:formatCode>General</c:formatCode>
                <c:ptCount val="4"/>
                <c:pt idx="0">
                  <c:v>2.8</c:v>
                </c:pt>
                <c:pt idx="1">
                  <c:v>1.8</c:v>
                </c:pt>
                <c:pt idx="2">
                  <c:v>4.4000000000000004</c:v>
                </c:pt>
                <c:pt idx="3">
                  <c:v>2.4</c:v>
                </c:pt>
              </c:numCache>
            </c:numRef>
          </c:val>
          <c:extLst>
            <c:ext xmlns:c16="http://schemas.microsoft.com/office/drawing/2014/chart" uri="{C3380CC4-5D6E-409C-BE32-E72D297353CC}">
              <c16:uniqueId val="{00000001-BE9D-4522-B7DA-30E6261B2BA0}"/>
            </c:ext>
          </c:extLst>
        </c:ser>
        <c:ser>
          <c:idx val="2"/>
          <c:order val="2"/>
          <c:tx>
            <c:strRef>
              <c:f>Sheet1!$D$1</c:f>
              <c:strCache>
                <c:ptCount val="1"/>
                <c:pt idx="0">
                  <c:v>Serie 1</c:v>
                </c:pt>
              </c:strCache>
            </c:strRef>
          </c:tx>
          <c:spPr>
            <a:solidFill>
              <a:srgbClr val="44678D"/>
            </a:solidFill>
            <a:ln>
              <a:noFill/>
            </a:ln>
            <a:effectLst/>
          </c:spPr>
          <c:invertIfNegative val="0"/>
          <c:cat>
            <c:strRef>
              <c:f>Sheet1!$A$2:$A$5</c:f>
              <c:strCache>
                <c:ptCount val="4"/>
                <c:pt idx="0">
                  <c:v>Q4</c:v>
                </c:pt>
                <c:pt idx="1">
                  <c:v>Q3</c:v>
                </c:pt>
                <c:pt idx="2">
                  <c:v>Q2</c:v>
                </c:pt>
                <c:pt idx="3">
                  <c:v>Q1</c:v>
                </c:pt>
              </c:strCache>
            </c:strRef>
          </c:cat>
          <c:val>
            <c:numRef>
              <c:f>Sheet1!$D$2:$D$5</c:f>
              <c:numCache>
                <c:formatCode>General</c:formatCode>
                <c:ptCount val="4"/>
                <c:pt idx="0">
                  <c:v>5</c:v>
                </c:pt>
                <c:pt idx="1">
                  <c:v>3</c:v>
                </c:pt>
                <c:pt idx="2">
                  <c:v>2</c:v>
                </c:pt>
                <c:pt idx="3">
                  <c:v>2</c:v>
                </c:pt>
              </c:numCache>
            </c:numRef>
          </c:val>
          <c:extLst>
            <c:ext xmlns:c16="http://schemas.microsoft.com/office/drawing/2014/chart" uri="{C3380CC4-5D6E-409C-BE32-E72D297353CC}">
              <c16:uniqueId val="{00000002-BE9D-4522-B7DA-30E6261B2BA0}"/>
            </c:ext>
          </c:extLst>
        </c:ser>
        <c:dLbls>
          <c:showLegendKey val="0"/>
          <c:showVal val="0"/>
          <c:showCatName val="0"/>
          <c:showSerName val="0"/>
          <c:showPercent val="0"/>
          <c:showBubbleSize val="0"/>
        </c:dLbls>
        <c:gapWidth val="182"/>
        <c:axId val="1238477584"/>
        <c:axId val="1238481520"/>
      </c:barChart>
      <c:catAx>
        <c:axId val="1238477584"/>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238481520"/>
        <c:crosses val="autoZero"/>
        <c:auto val="1"/>
        <c:lblAlgn val="ctr"/>
        <c:lblOffset val="100"/>
        <c:noMultiLvlLbl val="0"/>
      </c:catAx>
      <c:valAx>
        <c:axId val="1238481520"/>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23847758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BAA0010-53EA-41AF-B0B4-38B55AF0E9FF}" type="doc">
      <dgm:prSet loTypeId="urn:microsoft.com/office/officeart/2005/8/layout/default" loCatId="list" qsTypeId="urn:microsoft.com/office/officeart/2005/8/quickstyle/simple5" qsCatId="simple" csTypeId="urn:microsoft.com/office/officeart/2005/8/colors/accent1_2" csCatId="accent1" phldr="1"/>
      <dgm:spPr/>
      <dgm:t>
        <a:bodyPr/>
        <a:lstStyle/>
        <a:p>
          <a:endParaRPr lang="en-US"/>
        </a:p>
      </dgm:t>
    </dgm:pt>
    <dgm:pt modelId="{667ACFD5-6557-4E4C-A3F1-8435BEB4E775}">
      <dgm:prSet/>
      <dgm:spPr>
        <a:solidFill>
          <a:schemeClr val="accent4">
            <a:lumMod val="60000"/>
            <a:lumOff val="40000"/>
          </a:schemeClr>
        </a:solidFill>
      </dgm:spPr>
      <dgm:t>
        <a:bodyPr/>
        <a:lstStyle/>
        <a:p>
          <a:r>
            <a:rPr lang="de-DE">
              <a:solidFill>
                <a:schemeClr val="tx1"/>
              </a:solidFill>
            </a:rPr>
            <a:t>1. Wer sind wir? </a:t>
          </a:r>
        </a:p>
        <a:p>
          <a:r>
            <a:rPr lang="de-DE">
              <a:solidFill>
                <a:schemeClr val="tx1"/>
              </a:solidFill>
            </a:rPr>
            <a:t> Über uns</a:t>
          </a:r>
          <a:endParaRPr lang="en-US">
            <a:solidFill>
              <a:schemeClr val="tx1"/>
            </a:solidFill>
          </a:endParaRPr>
        </a:p>
      </dgm:t>
    </dgm:pt>
    <dgm:pt modelId="{142F2A6D-BC4B-40AA-89D6-005612245CD6}" type="parTrans" cxnId="{524FEF3D-8DB4-4428-A1D6-3DA63A31A42F}">
      <dgm:prSet/>
      <dgm:spPr/>
      <dgm:t>
        <a:bodyPr/>
        <a:lstStyle/>
        <a:p>
          <a:endParaRPr lang="en-US"/>
        </a:p>
      </dgm:t>
    </dgm:pt>
    <dgm:pt modelId="{5F89E61A-2906-4D26-A18D-16E05B18AD15}" type="sibTrans" cxnId="{524FEF3D-8DB4-4428-A1D6-3DA63A31A42F}">
      <dgm:prSet/>
      <dgm:spPr/>
      <dgm:t>
        <a:bodyPr/>
        <a:lstStyle/>
        <a:p>
          <a:endParaRPr lang="en-US" b="0"/>
        </a:p>
      </dgm:t>
    </dgm:pt>
    <dgm:pt modelId="{9FAEB13E-6616-4F85-A4CD-11B48E0CD665}">
      <dgm:prSet/>
      <dgm:spPr>
        <a:solidFill>
          <a:schemeClr val="accent4">
            <a:lumMod val="60000"/>
            <a:lumOff val="40000"/>
          </a:schemeClr>
        </a:solidFill>
      </dgm:spPr>
      <dgm:t>
        <a:bodyPr/>
        <a:lstStyle/>
        <a:p>
          <a:r>
            <a:rPr lang="de-DE">
              <a:solidFill>
                <a:schemeClr val="tx1"/>
              </a:solidFill>
            </a:rPr>
            <a:t>2. Was wollten wir erreichen? </a:t>
          </a:r>
        </a:p>
        <a:p>
          <a:r>
            <a:rPr lang="de-DE">
              <a:solidFill>
                <a:schemeClr val="tx1"/>
              </a:solidFill>
            </a:rPr>
            <a:t>Unsere Idee</a:t>
          </a:r>
          <a:endParaRPr lang="en-US">
            <a:solidFill>
              <a:schemeClr val="tx1"/>
            </a:solidFill>
          </a:endParaRPr>
        </a:p>
      </dgm:t>
    </dgm:pt>
    <dgm:pt modelId="{E9D32C3E-27B8-4F6F-802A-7A2F66549B2A}" type="parTrans" cxnId="{1D50C3E5-3F72-4AE4-8B12-075915804D6F}">
      <dgm:prSet/>
      <dgm:spPr/>
      <dgm:t>
        <a:bodyPr/>
        <a:lstStyle/>
        <a:p>
          <a:endParaRPr lang="en-US"/>
        </a:p>
      </dgm:t>
    </dgm:pt>
    <dgm:pt modelId="{5475C501-98B6-4C5E-BA91-3ADA069E7BE4}" type="sibTrans" cxnId="{1D50C3E5-3F72-4AE4-8B12-075915804D6F}">
      <dgm:prSet/>
      <dgm:spPr/>
      <dgm:t>
        <a:bodyPr/>
        <a:lstStyle/>
        <a:p>
          <a:endParaRPr lang="en-US"/>
        </a:p>
      </dgm:t>
    </dgm:pt>
    <dgm:pt modelId="{D1849379-610C-40C6-BC8F-65657EEA2DB8}">
      <dgm:prSet/>
      <dgm:spPr>
        <a:solidFill>
          <a:schemeClr val="accent4">
            <a:lumMod val="60000"/>
            <a:lumOff val="40000"/>
          </a:schemeClr>
        </a:solidFill>
      </dgm:spPr>
      <dgm:t>
        <a:bodyPr/>
        <a:lstStyle/>
        <a:p>
          <a:r>
            <a:rPr lang="de-DE">
              <a:solidFill>
                <a:schemeClr val="tx2"/>
              </a:solidFill>
            </a:rPr>
            <a:t>3. Wie haben wir uns organisiert?</a:t>
          </a:r>
        </a:p>
        <a:p>
          <a:r>
            <a:rPr lang="de-DE">
              <a:solidFill>
                <a:schemeClr val="tx2"/>
              </a:solidFill>
            </a:rPr>
            <a:t>Unsere Planung</a:t>
          </a:r>
        </a:p>
      </dgm:t>
    </dgm:pt>
    <dgm:pt modelId="{4B58BA30-45FC-4BC7-BBAF-3950B5144CA1}" type="parTrans" cxnId="{FAFE197B-1AA4-4AC2-B11F-A62C583F9DA4}">
      <dgm:prSet/>
      <dgm:spPr/>
      <dgm:t>
        <a:bodyPr/>
        <a:lstStyle/>
        <a:p>
          <a:endParaRPr lang="en-US"/>
        </a:p>
      </dgm:t>
    </dgm:pt>
    <dgm:pt modelId="{DD7DE3A6-26F1-4FF3-A5DC-B94122C46379}" type="sibTrans" cxnId="{FAFE197B-1AA4-4AC2-B11F-A62C583F9DA4}">
      <dgm:prSet/>
      <dgm:spPr/>
      <dgm:t>
        <a:bodyPr/>
        <a:lstStyle/>
        <a:p>
          <a:endParaRPr lang="en-US"/>
        </a:p>
      </dgm:t>
    </dgm:pt>
    <dgm:pt modelId="{E6D25ACE-3422-4E98-8570-01DE8DA7CC51}">
      <dgm:prSet/>
      <dgm:spPr>
        <a:solidFill>
          <a:schemeClr val="accent4">
            <a:lumMod val="60000"/>
            <a:lumOff val="40000"/>
          </a:schemeClr>
        </a:solidFill>
      </dgm:spPr>
      <dgm:t>
        <a:bodyPr/>
        <a:lstStyle/>
        <a:p>
          <a:r>
            <a:rPr lang="de-DE">
              <a:solidFill>
                <a:schemeClr val="tx2"/>
              </a:solidFill>
            </a:rPr>
            <a:t>4. Wer war wofür zuständig?</a:t>
          </a:r>
        </a:p>
        <a:p>
          <a:r>
            <a:rPr lang="de-DE">
              <a:solidFill>
                <a:schemeClr val="tx2"/>
              </a:solidFill>
            </a:rPr>
            <a:t>  Die Aufgaben</a:t>
          </a:r>
          <a:endParaRPr lang="en-US">
            <a:solidFill>
              <a:schemeClr val="tx2"/>
            </a:solidFill>
          </a:endParaRPr>
        </a:p>
      </dgm:t>
    </dgm:pt>
    <dgm:pt modelId="{79EDFC4C-1604-4D49-B40F-5AE5970E4455}" type="parTrans" cxnId="{9FA6377C-83E7-44E3-9FD8-B263C57B14D0}">
      <dgm:prSet/>
      <dgm:spPr/>
      <dgm:t>
        <a:bodyPr/>
        <a:lstStyle/>
        <a:p>
          <a:endParaRPr lang="en-US"/>
        </a:p>
      </dgm:t>
    </dgm:pt>
    <dgm:pt modelId="{8EC9AAE3-F4A7-4580-AE71-DD73C9168CA7}" type="sibTrans" cxnId="{9FA6377C-83E7-44E3-9FD8-B263C57B14D0}">
      <dgm:prSet/>
      <dgm:spPr/>
      <dgm:t>
        <a:bodyPr/>
        <a:lstStyle/>
        <a:p>
          <a:endParaRPr lang="en-US"/>
        </a:p>
      </dgm:t>
    </dgm:pt>
    <dgm:pt modelId="{2E32B17B-CF5D-4E5F-BBB8-F12E46E473E4}">
      <dgm:prSet/>
      <dgm:spPr>
        <a:solidFill>
          <a:schemeClr val="accent4">
            <a:lumMod val="60000"/>
            <a:lumOff val="40000"/>
          </a:schemeClr>
        </a:solidFill>
      </dgm:spPr>
      <dgm:t>
        <a:bodyPr/>
        <a:lstStyle/>
        <a:p>
          <a:r>
            <a:rPr lang="de-DE">
              <a:solidFill>
                <a:schemeClr val="tx1"/>
              </a:solidFill>
            </a:rPr>
            <a:t>5. Womit wurde  gearbeitet?</a:t>
          </a:r>
        </a:p>
        <a:p>
          <a:r>
            <a:rPr lang="de-DE">
              <a:solidFill>
                <a:schemeClr val="tx1"/>
              </a:solidFill>
            </a:rPr>
            <a:t> Technologien und Tools</a:t>
          </a:r>
          <a:endParaRPr lang="en-US">
            <a:solidFill>
              <a:schemeClr val="tx1"/>
            </a:solidFill>
          </a:endParaRPr>
        </a:p>
      </dgm:t>
    </dgm:pt>
    <dgm:pt modelId="{BFA37F40-545F-4916-B211-E19F154D05FB}" type="parTrans" cxnId="{870BEE00-324D-4450-96B7-43C11F7CCD1F}">
      <dgm:prSet/>
      <dgm:spPr/>
      <dgm:t>
        <a:bodyPr/>
        <a:lstStyle/>
        <a:p>
          <a:endParaRPr lang="en-US"/>
        </a:p>
      </dgm:t>
    </dgm:pt>
    <dgm:pt modelId="{29891726-4050-4580-95EA-5C1ABF8E604C}" type="sibTrans" cxnId="{870BEE00-324D-4450-96B7-43C11F7CCD1F}">
      <dgm:prSet/>
      <dgm:spPr/>
      <dgm:t>
        <a:bodyPr/>
        <a:lstStyle/>
        <a:p>
          <a:endParaRPr lang="en-US"/>
        </a:p>
      </dgm:t>
    </dgm:pt>
    <dgm:pt modelId="{6E9C138C-2E2C-45CD-AE91-5DBB668169E3}">
      <dgm:prSet/>
      <dgm:spPr>
        <a:solidFill>
          <a:schemeClr val="accent4">
            <a:lumMod val="60000"/>
            <a:lumOff val="40000"/>
          </a:schemeClr>
        </a:solidFill>
      </dgm:spPr>
      <dgm:t>
        <a:bodyPr/>
        <a:lstStyle/>
        <a:p>
          <a:r>
            <a:rPr lang="de-DE">
              <a:solidFill>
                <a:schemeClr val="tx2"/>
              </a:solidFill>
            </a:rPr>
            <a:t>6. Welche Herausforderungen wurden gelöst?</a:t>
          </a:r>
        </a:p>
        <a:p>
          <a:r>
            <a:rPr lang="de-DE">
              <a:solidFill>
                <a:schemeClr val="tx2"/>
              </a:solidFill>
            </a:rPr>
            <a:t>Herausforderungen</a:t>
          </a:r>
          <a:endParaRPr lang="en-US">
            <a:solidFill>
              <a:schemeClr val="tx2"/>
            </a:solidFill>
          </a:endParaRPr>
        </a:p>
      </dgm:t>
    </dgm:pt>
    <dgm:pt modelId="{969DA068-39AE-403D-8563-4C8116F1224E}" type="parTrans" cxnId="{28F1DB95-1C24-4EFD-A15E-35FE1794CD70}">
      <dgm:prSet/>
      <dgm:spPr/>
      <dgm:t>
        <a:bodyPr/>
        <a:lstStyle/>
        <a:p>
          <a:endParaRPr lang="en-US"/>
        </a:p>
      </dgm:t>
    </dgm:pt>
    <dgm:pt modelId="{2AC9BDAB-370D-4C25-8363-6515F7D75BDB}" type="sibTrans" cxnId="{28F1DB95-1C24-4EFD-A15E-35FE1794CD70}">
      <dgm:prSet/>
      <dgm:spPr/>
      <dgm:t>
        <a:bodyPr/>
        <a:lstStyle/>
        <a:p>
          <a:endParaRPr lang="en-US"/>
        </a:p>
      </dgm:t>
    </dgm:pt>
    <dgm:pt modelId="{D04334F1-5418-451B-BFE8-2A6325CA46AD}">
      <dgm:prSet/>
      <dgm:spPr>
        <a:solidFill>
          <a:schemeClr val="accent4">
            <a:lumMod val="60000"/>
            <a:lumOff val="40000"/>
          </a:schemeClr>
        </a:solidFill>
      </dgm:spPr>
      <dgm:t>
        <a:bodyPr/>
        <a:lstStyle/>
        <a:p>
          <a:r>
            <a:rPr lang="de-DE">
              <a:solidFill>
                <a:schemeClr val="tx2"/>
              </a:solidFill>
            </a:rPr>
            <a:t>7. Was ist daraus geworden?</a:t>
          </a:r>
        </a:p>
        <a:p>
          <a:r>
            <a:rPr lang="de-DE">
              <a:solidFill>
                <a:schemeClr val="tx2"/>
              </a:solidFill>
            </a:rPr>
            <a:t>Das Ergebnis</a:t>
          </a:r>
          <a:endParaRPr lang="en-US">
            <a:solidFill>
              <a:schemeClr val="tx2"/>
            </a:solidFill>
          </a:endParaRPr>
        </a:p>
      </dgm:t>
    </dgm:pt>
    <dgm:pt modelId="{4C3C8019-96B6-4E1D-A3C2-BB6E0E500B95}" type="parTrans" cxnId="{A853B96F-DAE4-4034-8667-C17846E22CFD}">
      <dgm:prSet/>
      <dgm:spPr/>
      <dgm:t>
        <a:bodyPr/>
        <a:lstStyle/>
        <a:p>
          <a:endParaRPr lang="de-DE"/>
        </a:p>
      </dgm:t>
    </dgm:pt>
    <dgm:pt modelId="{D4379A48-6E56-4FD9-A569-3A08898DAD58}" type="sibTrans" cxnId="{A853B96F-DAE4-4034-8667-C17846E22CFD}">
      <dgm:prSet/>
      <dgm:spPr/>
      <dgm:t>
        <a:bodyPr/>
        <a:lstStyle/>
        <a:p>
          <a:endParaRPr lang="de-DE"/>
        </a:p>
      </dgm:t>
    </dgm:pt>
    <dgm:pt modelId="{713D28B4-FD44-4695-985E-B415D01EEE69}" type="pres">
      <dgm:prSet presAssocID="{6BAA0010-53EA-41AF-B0B4-38B55AF0E9FF}" presName="diagram" presStyleCnt="0">
        <dgm:presLayoutVars>
          <dgm:dir/>
          <dgm:resizeHandles val="exact"/>
        </dgm:presLayoutVars>
      </dgm:prSet>
      <dgm:spPr/>
    </dgm:pt>
    <dgm:pt modelId="{D0A4A1C4-622D-4AC2-BBE3-E89C6978D63F}" type="pres">
      <dgm:prSet presAssocID="{667ACFD5-6557-4E4C-A3F1-8435BEB4E775}" presName="node" presStyleLbl="node1" presStyleIdx="0" presStyleCnt="7">
        <dgm:presLayoutVars>
          <dgm:bulletEnabled val="1"/>
        </dgm:presLayoutVars>
      </dgm:prSet>
      <dgm:spPr/>
    </dgm:pt>
    <dgm:pt modelId="{ABDFB309-4A99-484C-85B0-0E1550F8A196}" type="pres">
      <dgm:prSet presAssocID="{5F89E61A-2906-4D26-A18D-16E05B18AD15}" presName="sibTrans" presStyleCnt="0"/>
      <dgm:spPr/>
    </dgm:pt>
    <dgm:pt modelId="{C303A05E-8AF6-4029-8F75-F4B83A229F52}" type="pres">
      <dgm:prSet presAssocID="{9FAEB13E-6616-4F85-A4CD-11B48E0CD665}" presName="node" presStyleLbl="node1" presStyleIdx="1" presStyleCnt="7">
        <dgm:presLayoutVars>
          <dgm:bulletEnabled val="1"/>
        </dgm:presLayoutVars>
      </dgm:prSet>
      <dgm:spPr/>
    </dgm:pt>
    <dgm:pt modelId="{E91D0EB4-D599-48FF-AC19-7B41B3EBF42B}" type="pres">
      <dgm:prSet presAssocID="{5475C501-98B6-4C5E-BA91-3ADA069E7BE4}" presName="sibTrans" presStyleCnt="0"/>
      <dgm:spPr/>
    </dgm:pt>
    <dgm:pt modelId="{21AE9016-B211-45CA-84B0-AD13DDA755AA}" type="pres">
      <dgm:prSet presAssocID="{D1849379-610C-40C6-BC8F-65657EEA2DB8}" presName="node" presStyleLbl="node1" presStyleIdx="2" presStyleCnt="7">
        <dgm:presLayoutVars>
          <dgm:bulletEnabled val="1"/>
        </dgm:presLayoutVars>
      </dgm:prSet>
      <dgm:spPr/>
    </dgm:pt>
    <dgm:pt modelId="{0B34CF45-0F0D-460D-8E50-5979D5DA3718}" type="pres">
      <dgm:prSet presAssocID="{DD7DE3A6-26F1-4FF3-A5DC-B94122C46379}" presName="sibTrans" presStyleCnt="0"/>
      <dgm:spPr/>
    </dgm:pt>
    <dgm:pt modelId="{12752CEF-8247-45FA-88A6-FDC7460A2C42}" type="pres">
      <dgm:prSet presAssocID="{E6D25ACE-3422-4E98-8570-01DE8DA7CC51}" presName="node" presStyleLbl="node1" presStyleIdx="3" presStyleCnt="7">
        <dgm:presLayoutVars>
          <dgm:bulletEnabled val="1"/>
        </dgm:presLayoutVars>
      </dgm:prSet>
      <dgm:spPr/>
    </dgm:pt>
    <dgm:pt modelId="{52F0D139-B6B6-4BBB-8A3F-A79F84D4B6A6}" type="pres">
      <dgm:prSet presAssocID="{8EC9AAE3-F4A7-4580-AE71-DD73C9168CA7}" presName="sibTrans" presStyleCnt="0"/>
      <dgm:spPr/>
    </dgm:pt>
    <dgm:pt modelId="{43265E87-54F1-4C59-8DCD-A5BA8EAA68D3}" type="pres">
      <dgm:prSet presAssocID="{2E32B17B-CF5D-4E5F-BBB8-F12E46E473E4}" presName="node" presStyleLbl="node1" presStyleIdx="4" presStyleCnt="7">
        <dgm:presLayoutVars>
          <dgm:bulletEnabled val="1"/>
        </dgm:presLayoutVars>
      </dgm:prSet>
      <dgm:spPr/>
    </dgm:pt>
    <dgm:pt modelId="{8977FCE0-244A-4301-8B0C-07B0C2F46C25}" type="pres">
      <dgm:prSet presAssocID="{29891726-4050-4580-95EA-5C1ABF8E604C}" presName="sibTrans" presStyleCnt="0"/>
      <dgm:spPr/>
    </dgm:pt>
    <dgm:pt modelId="{EACEB6FC-0040-49EA-B3BE-DD2D9672AE14}" type="pres">
      <dgm:prSet presAssocID="{6E9C138C-2E2C-45CD-AE91-5DBB668169E3}" presName="node" presStyleLbl="node1" presStyleIdx="5" presStyleCnt="7">
        <dgm:presLayoutVars>
          <dgm:bulletEnabled val="1"/>
        </dgm:presLayoutVars>
      </dgm:prSet>
      <dgm:spPr/>
    </dgm:pt>
    <dgm:pt modelId="{A5090C64-BD8C-4597-9ED5-8C69469F7C7B}" type="pres">
      <dgm:prSet presAssocID="{2AC9BDAB-370D-4C25-8363-6515F7D75BDB}" presName="sibTrans" presStyleCnt="0"/>
      <dgm:spPr/>
    </dgm:pt>
    <dgm:pt modelId="{357BC601-18F3-47DB-A09E-A02DE5E29795}" type="pres">
      <dgm:prSet presAssocID="{D04334F1-5418-451B-BFE8-2A6325CA46AD}" presName="node" presStyleLbl="node1" presStyleIdx="6" presStyleCnt="7">
        <dgm:presLayoutVars>
          <dgm:bulletEnabled val="1"/>
        </dgm:presLayoutVars>
      </dgm:prSet>
      <dgm:spPr/>
    </dgm:pt>
  </dgm:ptLst>
  <dgm:cxnLst>
    <dgm:cxn modelId="{870BEE00-324D-4450-96B7-43C11F7CCD1F}" srcId="{6BAA0010-53EA-41AF-B0B4-38B55AF0E9FF}" destId="{2E32B17B-CF5D-4E5F-BBB8-F12E46E473E4}" srcOrd="4" destOrd="0" parTransId="{BFA37F40-545F-4916-B211-E19F154D05FB}" sibTransId="{29891726-4050-4580-95EA-5C1ABF8E604C}"/>
    <dgm:cxn modelId="{953CC40C-429D-4BC1-8961-A6AC8CB9F24C}" type="presOf" srcId="{9FAEB13E-6616-4F85-A4CD-11B48E0CD665}" destId="{C303A05E-8AF6-4029-8F75-F4B83A229F52}" srcOrd="0" destOrd="0" presId="urn:microsoft.com/office/officeart/2005/8/layout/default"/>
    <dgm:cxn modelId="{0F2AA224-1841-4B24-AEBD-481B2D8D6FC4}" type="presOf" srcId="{6E9C138C-2E2C-45CD-AE91-5DBB668169E3}" destId="{EACEB6FC-0040-49EA-B3BE-DD2D9672AE14}" srcOrd="0" destOrd="0" presId="urn:microsoft.com/office/officeart/2005/8/layout/default"/>
    <dgm:cxn modelId="{0101FC35-24EA-4CAA-8604-50FB9A43CBFE}" type="presOf" srcId="{6BAA0010-53EA-41AF-B0B4-38B55AF0E9FF}" destId="{713D28B4-FD44-4695-985E-B415D01EEE69}" srcOrd="0" destOrd="0" presId="urn:microsoft.com/office/officeart/2005/8/layout/default"/>
    <dgm:cxn modelId="{524FEF3D-8DB4-4428-A1D6-3DA63A31A42F}" srcId="{6BAA0010-53EA-41AF-B0B4-38B55AF0E9FF}" destId="{667ACFD5-6557-4E4C-A3F1-8435BEB4E775}" srcOrd="0" destOrd="0" parTransId="{142F2A6D-BC4B-40AA-89D6-005612245CD6}" sibTransId="{5F89E61A-2906-4D26-A18D-16E05B18AD15}"/>
    <dgm:cxn modelId="{A853B96F-DAE4-4034-8667-C17846E22CFD}" srcId="{6BAA0010-53EA-41AF-B0B4-38B55AF0E9FF}" destId="{D04334F1-5418-451B-BFE8-2A6325CA46AD}" srcOrd="6" destOrd="0" parTransId="{4C3C8019-96B6-4E1D-A3C2-BB6E0E500B95}" sibTransId="{D4379A48-6E56-4FD9-A569-3A08898DAD58}"/>
    <dgm:cxn modelId="{D705B151-3D59-4A53-81B2-878B62D3984B}" type="presOf" srcId="{E6D25ACE-3422-4E98-8570-01DE8DA7CC51}" destId="{12752CEF-8247-45FA-88A6-FDC7460A2C42}" srcOrd="0" destOrd="0" presId="urn:microsoft.com/office/officeart/2005/8/layout/default"/>
    <dgm:cxn modelId="{FAFE197B-1AA4-4AC2-B11F-A62C583F9DA4}" srcId="{6BAA0010-53EA-41AF-B0B4-38B55AF0E9FF}" destId="{D1849379-610C-40C6-BC8F-65657EEA2DB8}" srcOrd="2" destOrd="0" parTransId="{4B58BA30-45FC-4BC7-BBAF-3950B5144CA1}" sibTransId="{DD7DE3A6-26F1-4FF3-A5DC-B94122C46379}"/>
    <dgm:cxn modelId="{9FA6377C-83E7-44E3-9FD8-B263C57B14D0}" srcId="{6BAA0010-53EA-41AF-B0B4-38B55AF0E9FF}" destId="{E6D25ACE-3422-4E98-8570-01DE8DA7CC51}" srcOrd="3" destOrd="0" parTransId="{79EDFC4C-1604-4D49-B40F-5AE5970E4455}" sibTransId="{8EC9AAE3-F4A7-4580-AE71-DD73C9168CA7}"/>
    <dgm:cxn modelId="{28F1DB95-1C24-4EFD-A15E-35FE1794CD70}" srcId="{6BAA0010-53EA-41AF-B0B4-38B55AF0E9FF}" destId="{6E9C138C-2E2C-45CD-AE91-5DBB668169E3}" srcOrd="5" destOrd="0" parTransId="{969DA068-39AE-403D-8563-4C8116F1224E}" sibTransId="{2AC9BDAB-370D-4C25-8363-6515F7D75BDB}"/>
    <dgm:cxn modelId="{5BDE979F-BBFE-493E-827D-4C89463A6DDF}" type="presOf" srcId="{D04334F1-5418-451B-BFE8-2A6325CA46AD}" destId="{357BC601-18F3-47DB-A09E-A02DE5E29795}" srcOrd="0" destOrd="0" presId="urn:microsoft.com/office/officeart/2005/8/layout/default"/>
    <dgm:cxn modelId="{C57E61BB-EA50-4EB4-8954-79D869C1AABB}" type="presOf" srcId="{D1849379-610C-40C6-BC8F-65657EEA2DB8}" destId="{21AE9016-B211-45CA-84B0-AD13DDA755AA}" srcOrd="0" destOrd="0" presId="urn:microsoft.com/office/officeart/2005/8/layout/default"/>
    <dgm:cxn modelId="{1D50C3E5-3F72-4AE4-8B12-075915804D6F}" srcId="{6BAA0010-53EA-41AF-B0B4-38B55AF0E9FF}" destId="{9FAEB13E-6616-4F85-A4CD-11B48E0CD665}" srcOrd="1" destOrd="0" parTransId="{E9D32C3E-27B8-4F6F-802A-7A2F66549B2A}" sibTransId="{5475C501-98B6-4C5E-BA91-3ADA069E7BE4}"/>
    <dgm:cxn modelId="{62F35CEE-645C-4F25-A472-C63B9BC13B9A}" type="presOf" srcId="{2E32B17B-CF5D-4E5F-BBB8-F12E46E473E4}" destId="{43265E87-54F1-4C59-8DCD-A5BA8EAA68D3}" srcOrd="0" destOrd="0" presId="urn:microsoft.com/office/officeart/2005/8/layout/default"/>
    <dgm:cxn modelId="{274312FF-DDE3-48D5-804D-ECB8353C11AC}" type="presOf" srcId="{667ACFD5-6557-4E4C-A3F1-8435BEB4E775}" destId="{D0A4A1C4-622D-4AC2-BBE3-E89C6978D63F}" srcOrd="0" destOrd="0" presId="urn:microsoft.com/office/officeart/2005/8/layout/default"/>
    <dgm:cxn modelId="{FCFE6F4D-AC52-4C69-AB28-85A4327A6BA1}" type="presParOf" srcId="{713D28B4-FD44-4695-985E-B415D01EEE69}" destId="{D0A4A1C4-622D-4AC2-BBE3-E89C6978D63F}" srcOrd="0" destOrd="0" presId="urn:microsoft.com/office/officeart/2005/8/layout/default"/>
    <dgm:cxn modelId="{B1D42D33-3A5F-4435-9B9C-85D456A4D6DE}" type="presParOf" srcId="{713D28B4-FD44-4695-985E-B415D01EEE69}" destId="{ABDFB309-4A99-484C-85B0-0E1550F8A196}" srcOrd="1" destOrd="0" presId="urn:microsoft.com/office/officeart/2005/8/layout/default"/>
    <dgm:cxn modelId="{4CDBFE3B-85D9-4060-A8E1-34AA43840911}" type="presParOf" srcId="{713D28B4-FD44-4695-985E-B415D01EEE69}" destId="{C303A05E-8AF6-4029-8F75-F4B83A229F52}" srcOrd="2" destOrd="0" presId="urn:microsoft.com/office/officeart/2005/8/layout/default"/>
    <dgm:cxn modelId="{54811D95-8728-4E25-A61B-01E6AB037464}" type="presParOf" srcId="{713D28B4-FD44-4695-985E-B415D01EEE69}" destId="{E91D0EB4-D599-48FF-AC19-7B41B3EBF42B}" srcOrd="3" destOrd="0" presId="urn:microsoft.com/office/officeart/2005/8/layout/default"/>
    <dgm:cxn modelId="{E226B378-6CC8-4065-856A-D75E90CF5D55}" type="presParOf" srcId="{713D28B4-FD44-4695-985E-B415D01EEE69}" destId="{21AE9016-B211-45CA-84B0-AD13DDA755AA}" srcOrd="4" destOrd="0" presId="urn:microsoft.com/office/officeart/2005/8/layout/default"/>
    <dgm:cxn modelId="{915AE98C-F3E7-49AE-9628-0EECAB694851}" type="presParOf" srcId="{713D28B4-FD44-4695-985E-B415D01EEE69}" destId="{0B34CF45-0F0D-460D-8E50-5979D5DA3718}" srcOrd="5" destOrd="0" presId="urn:microsoft.com/office/officeart/2005/8/layout/default"/>
    <dgm:cxn modelId="{B66D2F7B-2E69-4F66-8C1D-FC18775AE8AF}" type="presParOf" srcId="{713D28B4-FD44-4695-985E-B415D01EEE69}" destId="{12752CEF-8247-45FA-88A6-FDC7460A2C42}" srcOrd="6" destOrd="0" presId="urn:microsoft.com/office/officeart/2005/8/layout/default"/>
    <dgm:cxn modelId="{22A6212B-ABC7-429D-96FE-7124A9CDC59A}" type="presParOf" srcId="{713D28B4-FD44-4695-985E-B415D01EEE69}" destId="{52F0D139-B6B6-4BBB-8A3F-A79F84D4B6A6}" srcOrd="7" destOrd="0" presId="urn:microsoft.com/office/officeart/2005/8/layout/default"/>
    <dgm:cxn modelId="{ACB143B6-415F-4B88-9C87-C8CFD82EDE91}" type="presParOf" srcId="{713D28B4-FD44-4695-985E-B415D01EEE69}" destId="{43265E87-54F1-4C59-8DCD-A5BA8EAA68D3}" srcOrd="8" destOrd="0" presId="urn:microsoft.com/office/officeart/2005/8/layout/default"/>
    <dgm:cxn modelId="{E413AF9B-3A75-4D5D-BBC7-DF910C962B39}" type="presParOf" srcId="{713D28B4-FD44-4695-985E-B415D01EEE69}" destId="{8977FCE0-244A-4301-8B0C-07B0C2F46C25}" srcOrd="9" destOrd="0" presId="urn:microsoft.com/office/officeart/2005/8/layout/default"/>
    <dgm:cxn modelId="{76FDD5CE-4F73-4AF2-A6E7-FB47F9551B9C}" type="presParOf" srcId="{713D28B4-FD44-4695-985E-B415D01EEE69}" destId="{EACEB6FC-0040-49EA-B3BE-DD2D9672AE14}" srcOrd="10" destOrd="0" presId="urn:microsoft.com/office/officeart/2005/8/layout/default"/>
    <dgm:cxn modelId="{D33EC5B0-72F4-461C-A7F7-20347BBBA284}" type="presParOf" srcId="{713D28B4-FD44-4695-985E-B415D01EEE69}" destId="{A5090C64-BD8C-4597-9ED5-8C69469F7C7B}" srcOrd="11" destOrd="0" presId="urn:microsoft.com/office/officeart/2005/8/layout/default"/>
    <dgm:cxn modelId="{349CF5CF-2A97-49AB-A592-770356488FEC}" type="presParOf" srcId="{713D28B4-FD44-4695-985E-B415D01EEE69}" destId="{357BC601-18F3-47DB-A09E-A02DE5E29795}" srcOrd="12"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0A4A1C4-622D-4AC2-BBE3-E89C6978D63F}">
      <dsp:nvSpPr>
        <dsp:cNvPr id="0" name=""/>
        <dsp:cNvSpPr/>
      </dsp:nvSpPr>
      <dsp:spPr>
        <a:xfrm>
          <a:off x="3080" y="514555"/>
          <a:ext cx="2444055" cy="1466433"/>
        </a:xfrm>
        <a:prstGeom prst="rect">
          <a:avLst/>
        </a:prstGeom>
        <a:solidFill>
          <a:schemeClr val="accent4">
            <a:lumMod val="60000"/>
            <a:lumOff val="40000"/>
          </a:schemeClr>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de-DE" sz="2100" kern="1200">
              <a:solidFill>
                <a:schemeClr val="tx1"/>
              </a:solidFill>
            </a:rPr>
            <a:t>1. Wer sind wir? </a:t>
          </a:r>
        </a:p>
        <a:p>
          <a:pPr marL="0" lvl="0" indent="0" algn="ctr" defTabSz="933450">
            <a:lnSpc>
              <a:spcPct val="90000"/>
            </a:lnSpc>
            <a:spcBef>
              <a:spcPct val="0"/>
            </a:spcBef>
            <a:spcAft>
              <a:spcPct val="35000"/>
            </a:spcAft>
            <a:buNone/>
          </a:pPr>
          <a:r>
            <a:rPr lang="de-DE" sz="2100" kern="1200">
              <a:solidFill>
                <a:schemeClr val="tx1"/>
              </a:solidFill>
            </a:rPr>
            <a:t> Über uns</a:t>
          </a:r>
          <a:endParaRPr lang="en-US" sz="2100" kern="1200">
            <a:solidFill>
              <a:schemeClr val="tx1"/>
            </a:solidFill>
          </a:endParaRPr>
        </a:p>
      </dsp:txBody>
      <dsp:txXfrm>
        <a:off x="3080" y="514555"/>
        <a:ext cx="2444055" cy="1466433"/>
      </dsp:txXfrm>
    </dsp:sp>
    <dsp:sp modelId="{C303A05E-8AF6-4029-8F75-F4B83A229F52}">
      <dsp:nvSpPr>
        <dsp:cNvPr id="0" name=""/>
        <dsp:cNvSpPr/>
      </dsp:nvSpPr>
      <dsp:spPr>
        <a:xfrm>
          <a:off x="2691541" y="514555"/>
          <a:ext cx="2444055" cy="1466433"/>
        </a:xfrm>
        <a:prstGeom prst="rect">
          <a:avLst/>
        </a:prstGeom>
        <a:solidFill>
          <a:schemeClr val="accent4">
            <a:lumMod val="60000"/>
            <a:lumOff val="40000"/>
          </a:schemeClr>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de-DE" sz="2100" kern="1200">
              <a:solidFill>
                <a:schemeClr val="tx1"/>
              </a:solidFill>
            </a:rPr>
            <a:t>2. Was wollten wir erreichen? </a:t>
          </a:r>
        </a:p>
        <a:p>
          <a:pPr marL="0" lvl="0" indent="0" algn="ctr" defTabSz="933450">
            <a:lnSpc>
              <a:spcPct val="90000"/>
            </a:lnSpc>
            <a:spcBef>
              <a:spcPct val="0"/>
            </a:spcBef>
            <a:spcAft>
              <a:spcPct val="35000"/>
            </a:spcAft>
            <a:buNone/>
          </a:pPr>
          <a:r>
            <a:rPr lang="de-DE" sz="2100" kern="1200">
              <a:solidFill>
                <a:schemeClr val="tx1"/>
              </a:solidFill>
            </a:rPr>
            <a:t>Unsere Idee</a:t>
          </a:r>
          <a:endParaRPr lang="en-US" sz="2100" kern="1200">
            <a:solidFill>
              <a:schemeClr val="tx1"/>
            </a:solidFill>
          </a:endParaRPr>
        </a:p>
      </dsp:txBody>
      <dsp:txXfrm>
        <a:off x="2691541" y="514555"/>
        <a:ext cx="2444055" cy="1466433"/>
      </dsp:txXfrm>
    </dsp:sp>
    <dsp:sp modelId="{21AE9016-B211-45CA-84B0-AD13DDA755AA}">
      <dsp:nvSpPr>
        <dsp:cNvPr id="0" name=""/>
        <dsp:cNvSpPr/>
      </dsp:nvSpPr>
      <dsp:spPr>
        <a:xfrm>
          <a:off x="5380002" y="514555"/>
          <a:ext cx="2444055" cy="1466433"/>
        </a:xfrm>
        <a:prstGeom prst="rect">
          <a:avLst/>
        </a:prstGeom>
        <a:solidFill>
          <a:schemeClr val="accent4">
            <a:lumMod val="60000"/>
            <a:lumOff val="40000"/>
          </a:schemeClr>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de-DE" sz="2100" kern="1200">
              <a:solidFill>
                <a:schemeClr val="tx2"/>
              </a:solidFill>
            </a:rPr>
            <a:t>3. Wie haben wir uns organisiert?</a:t>
          </a:r>
        </a:p>
        <a:p>
          <a:pPr marL="0" lvl="0" indent="0" algn="ctr" defTabSz="933450">
            <a:lnSpc>
              <a:spcPct val="90000"/>
            </a:lnSpc>
            <a:spcBef>
              <a:spcPct val="0"/>
            </a:spcBef>
            <a:spcAft>
              <a:spcPct val="35000"/>
            </a:spcAft>
            <a:buNone/>
          </a:pPr>
          <a:r>
            <a:rPr lang="de-DE" sz="2100" kern="1200">
              <a:solidFill>
                <a:schemeClr val="tx2"/>
              </a:solidFill>
            </a:rPr>
            <a:t>Unsere Planung</a:t>
          </a:r>
        </a:p>
      </dsp:txBody>
      <dsp:txXfrm>
        <a:off x="5380002" y="514555"/>
        <a:ext cx="2444055" cy="1466433"/>
      </dsp:txXfrm>
    </dsp:sp>
    <dsp:sp modelId="{12752CEF-8247-45FA-88A6-FDC7460A2C42}">
      <dsp:nvSpPr>
        <dsp:cNvPr id="0" name=""/>
        <dsp:cNvSpPr/>
      </dsp:nvSpPr>
      <dsp:spPr>
        <a:xfrm>
          <a:off x="8068463" y="514555"/>
          <a:ext cx="2444055" cy="1466433"/>
        </a:xfrm>
        <a:prstGeom prst="rect">
          <a:avLst/>
        </a:prstGeom>
        <a:solidFill>
          <a:schemeClr val="accent4">
            <a:lumMod val="60000"/>
            <a:lumOff val="40000"/>
          </a:schemeClr>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de-DE" sz="2100" kern="1200">
              <a:solidFill>
                <a:schemeClr val="tx2"/>
              </a:solidFill>
            </a:rPr>
            <a:t>4. Wer war wofür zuständig?</a:t>
          </a:r>
        </a:p>
        <a:p>
          <a:pPr marL="0" lvl="0" indent="0" algn="ctr" defTabSz="933450">
            <a:lnSpc>
              <a:spcPct val="90000"/>
            </a:lnSpc>
            <a:spcBef>
              <a:spcPct val="0"/>
            </a:spcBef>
            <a:spcAft>
              <a:spcPct val="35000"/>
            </a:spcAft>
            <a:buNone/>
          </a:pPr>
          <a:r>
            <a:rPr lang="de-DE" sz="2100" kern="1200">
              <a:solidFill>
                <a:schemeClr val="tx2"/>
              </a:solidFill>
            </a:rPr>
            <a:t>  Die Aufgaben</a:t>
          </a:r>
          <a:endParaRPr lang="en-US" sz="2100" kern="1200">
            <a:solidFill>
              <a:schemeClr val="tx2"/>
            </a:solidFill>
          </a:endParaRPr>
        </a:p>
      </dsp:txBody>
      <dsp:txXfrm>
        <a:off x="8068463" y="514555"/>
        <a:ext cx="2444055" cy="1466433"/>
      </dsp:txXfrm>
    </dsp:sp>
    <dsp:sp modelId="{43265E87-54F1-4C59-8DCD-A5BA8EAA68D3}">
      <dsp:nvSpPr>
        <dsp:cNvPr id="0" name=""/>
        <dsp:cNvSpPr/>
      </dsp:nvSpPr>
      <dsp:spPr>
        <a:xfrm>
          <a:off x="1347311" y="2225394"/>
          <a:ext cx="2444055" cy="1466433"/>
        </a:xfrm>
        <a:prstGeom prst="rect">
          <a:avLst/>
        </a:prstGeom>
        <a:solidFill>
          <a:schemeClr val="accent4">
            <a:lumMod val="60000"/>
            <a:lumOff val="40000"/>
          </a:schemeClr>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de-DE" sz="2100" kern="1200">
              <a:solidFill>
                <a:schemeClr val="tx1"/>
              </a:solidFill>
            </a:rPr>
            <a:t>5. Womit wurde  gearbeitet?</a:t>
          </a:r>
        </a:p>
        <a:p>
          <a:pPr marL="0" lvl="0" indent="0" algn="ctr" defTabSz="933450">
            <a:lnSpc>
              <a:spcPct val="90000"/>
            </a:lnSpc>
            <a:spcBef>
              <a:spcPct val="0"/>
            </a:spcBef>
            <a:spcAft>
              <a:spcPct val="35000"/>
            </a:spcAft>
            <a:buNone/>
          </a:pPr>
          <a:r>
            <a:rPr lang="de-DE" sz="2100" kern="1200">
              <a:solidFill>
                <a:schemeClr val="tx1"/>
              </a:solidFill>
            </a:rPr>
            <a:t> Technologien und Tools</a:t>
          </a:r>
          <a:endParaRPr lang="en-US" sz="2100" kern="1200">
            <a:solidFill>
              <a:schemeClr val="tx1"/>
            </a:solidFill>
          </a:endParaRPr>
        </a:p>
      </dsp:txBody>
      <dsp:txXfrm>
        <a:off x="1347311" y="2225394"/>
        <a:ext cx="2444055" cy="1466433"/>
      </dsp:txXfrm>
    </dsp:sp>
    <dsp:sp modelId="{EACEB6FC-0040-49EA-B3BE-DD2D9672AE14}">
      <dsp:nvSpPr>
        <dsp:cNvPr id="0" name=""/>
        <dsp:cNvSpPr/>
      </dsp:nvSpPr>
      <dsp:spPr>
        <a:xfrm>
          <a:off x="4035772" y="2225394"/>
          <a:ext cx="2444055" cy="1466433"/>
        </a:xfrm>
        <a:prstGeom prst="rect">
          <a:avLst/>
        </a:prstGeom>
        <a:solidFill>
          <a:schemeClr val="accent4">
            <a:lumMod val="60000"/>
            <a:lumOff val="40000"/>
          </a:schemeClr>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de-DE" sz="2100" kern="1200">
              <a:solidFill>
                <a:schemeClr val="tx2"/>
              </a:solidFill>
            </a:rPr>
            <a:t>6. Welche Herausforderungen wurden gelöst?</a:t>
          </a:r>
        </a:p>
        <a:p>
          <a:pPr marL="0" lvl="0" indent="0" algn="ctr" defTabSz="933450">
            <a:lnSpc>
              <a:spcPct val="90000"/>
            </a:lnSpc>
            <a:spcBef>
              <a:spcPct val="0"/>
            </a:spcBef>
            <a:spcAft>
              <a:spcPct val="35000"/>
            </a:spcAft>
            <a:buNone/>
          </a:pPr>
          <a:r>
            <a:rPr lang="de-DE" sz="2100" kern="1200">
              <a:solidFill>
                <a:schemeClr val="tx2"/>
              </a:solidFill>
            </a:rPr>
            <a:t>Herausforderungen</a:t>
          </a:r>
          <a:endParaRPr lang="en-US" sz="2100" kern="1200">
            <a:solidFill>
              <a:schemeClr val="tx2"/>
            </a:solidFill>
          </a:endParaRPr>
        </a:p>
      </dsp:txBody>
      <dsp:txXfrm>
        <a:off x="4035772" y="2225394"/>
        <a:ext cx="2444055" cy="1466433"/>
      </dsp:txXfrm>
    </dsp:sp>
    <dsp:sp modelId="{357BC601-18F3-47DB-A09E-A02DE5E29795}">
      <dsp:nvSpPr>
        <dsp:cNvPr id="0" name=""/>
        <dsp:cNvSpPr/>
      </dsp:nvSpPr>
      <dsp:spPr>
        <a:xfrm>
          <a:off x="6724233" y="2225394"/>
          <a:ext cx="2444055" cy="1466433"/>
        </a:xfrm>
        <a:prstGeom prst="rect">
          <a:avLst/>
        </a:prstGeom>
        <a:solidFill>
          <a:schemeClr val="accent4">
            <a:lumMod val="60000"/>
            <a:lumOff val="40000"/>
          </a:schemeClr>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de-DE" sz="2100" kern="1200">
              <a:solidFill>
                <a:schemeClr val="tx2"/>
              </a:solidFill>
            </a:rPr>
            <a:t>7. Was ist daraus geworden?</a:t>
          </a:r>
        </a:p>
        <a:p>
          <a:pPr marL="0" lvl="0" indent="0" algn="ctr" defTabSz="933450">
            <a:lnSpc>
              <a:spcPct val="90000"/>
            </a:lnSpc>
            <a:spcBef>
              <a:spcPct val="0"/>
            </a:spcBef>
            <a:spcAft>
              <a:spcPct val="35000"/>
            </a:spcAft>
            <a:buNone/>
          </a:pPr>
          <a:r>
            <a:rPr lang="de-DE" sz="2100" kern="1200">
              <a:solidFill>
                <a:schemeClr val="tx2"/>
              </a:solidFill>
            </a:rPr>
            <a:t>Das Ergebnis</a:t>
          </a:r>
          <a:endParaRPr lang="en-US" sz="2100" kern="1200">
            <a:solidFill>
              <a:schemeClr val="tx2"/>
            </a:solidFill>
          </a:endParaRPr>
        </a:p>
      </dsp:txBody>
      <dsp:txXfrm>
        <a:off x="6724233" y="2225394"/>
        <a:ext cx="2444055" cy="1466433"/>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a:extLst>
              <a:ext uri="{FF2B5EF4-FFF2-40B4-BE49-F238E27FC236}">
                <a16:creationId xmlns:a16="http://schemas.microsoft.com/office/drawing/2014/main" id="{C27E3961-5613-64C6-63C3-6085D0CDAE5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lang="de-DE" sz="1200"/>
            </a:lvl1pPr>
          </a:lstStyle>
          <a:p>
            <a:pPr rtl="0"/>
            <a:endParaRPr lang="de-DE"/>
          </a:p>
        </p:txBody>
      </p:sp>
      <p:sp>
        <p:nvSpPr>
          <p:cNvPr id="3" name="Datumsplatzhalter 2">
            <a:extLst>
              <a:ext uri="{FF2B5EF4-FFF2-40B4-BE49-F238E27FC236}">
                <a16:creationId xmlns:a16="http://schemas.microsoft.com/office/drawing/2014/main" id="{506D1F08-FF42-95F6-3130-AE63E560487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lang="de-DE" sz="1200"/>
            </a:lvl1pPr>
          </a:lstStyle>
          <a:p>
            <a:pPr rtl="0"/>
            <a:fld id="{F5327F69-2C01-406A-948D-F057C8C77BEF}" type="datetime1">
              <a:rPr lang="de-DE" smtClean="0"/>
              <a:t>30.07.2024</a:t>
            </a:fld>
            <a:endParaRPr lang="de-DE"/>
          </a:p>
        </p:txBody>
      </p:sp>
      <p:sp>
        <p:nvSpPr>
          <p:cNvPr id="4" name="Fußzeilenplatzhalter 3">
            <a:extLst>
              <a:ext uri="{FF2B5EF4-FFF2-40B4-BE49-F238E27FC236}">
                <a16:creationId xmlns:a16="http://schemas.microsoft.com/office/drawing/2014/main" id="{4CD5B35B-A046-EC3C-A80E-3D9D12C1498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lang="de-DE" sz="1200"/>
            </a:lvl1pPr>
          </a:lstStyle>
          <a:p>
            <a:pPr rtl="0"/>
            <a:endParaRPr lang="de-DE"/>
          </a:p>
        </p:txBody>
      </p:sp>
      <p:sp>
        <p:nvSpPr>
          <p:cNvPr id="5" name="Foliennummernplatzhalter 4">
            <a:extLst>
              <a:ext uri="{FF2B5EF4-FFF2-40B4-BE49-F238E27FC236}">
                <a16:creationId xmlns:a16="http://schemas.microsoft.com/office/drawing/2014/main" id="{7202DDE3-703C-8B4C-9506-EC0A39AACDD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lang="de-DE" sz="1200"/>
            </a:lvl1pPr>
          </a:lstStyle>
          <a:p>
            <a:pPr rtl="0"/>
            <a:fld id="{BB8DC1D1-B6C2-C644-8BF1-C34DBFFE1C78}" type="slidenum">
              <a:rPr lang="de-DE" smtClean="0"/>
              <a:t>‹#›</a:t>
            </a:fld>
            <a:endParaRPr lang="de-DE"/>
          </a:p>
        </p:txBody>
      </p:sp>
    </p:spTree>
    <p:extLst>
      <p:ext uri="{BB962C8B-B14F-4D97-AF65-F5344CB8AC3E}">
        <p14:creationId xmlns:p14="http://schemas.microsoft.com/office/powerpoint/2010/main" val="93347936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Kopfzeilenplatzhalter 7">
            <a:extLst>
              <a:ext uri="{FF2B5EF4-FFF2-40B4-BE49-F238E27FC236}">
                <a16:creationId xmlns:a16="http://schemas.microsoft.com/office/drawing/2014/main" id="{87834D1B-A726-18FB-799A-8294A1FE8A9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lang="de-DE" sz="1200">
                <a:latin typeface="Calibri" panose="020F0502020204030204" pitchFamily="34" charset="0"/>
                <a:cs typeface="Calibri" panose="020F0502020204030204" pitchFamily="34" charset="0"/>
              </a:defRPr>
            </a:lvl1pPr>
          </a:lstStyle>
          <a:p>
            <a:pPr rtl="0"/>
            <a:endParaRPr lang="de-DE"/>
          </a:p>
        </p:txBody>
      </p:sp>
      <p:sp>
        <p:nvSpPr>
          <p:cNvPr id="9" name="Datumsplatzhalter 8">
            <a:extLst>
              <a:ext uri="{FF2B5EF4-FFF2-40B4-BE49-F238E27FC236}">
                <a16:creationId xmlns:a16="http://schemas.microsoft.com/office/drawing/2014/main" id="{063B9152-B336-5993-1C67-48946279B0E6}"/>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a:defRPr lang="de-DE" sz="1200">
                <a:latin typeface="Calibri" panose="020F0502020204030204" pitchFamily="34" charset="0"/>
                <a:cs typeface="Calibri" panose="020F0502020204030204" pitchFamily="34" charset="0"/>
              </a:defRPr>
            </a:lvl1pPr>
          </a:lstStyle>
          <a:p>
            <a:fld id="{C2C0B9DB-389F-402B-9BEF-CE551E01A351}" type="datetime1">
              <a:rPr lang="de-DE" smtClean="0"/>
              <a:pPr/>
              <a:t>30.07.2024</a:t>
            </a:fld>
            <a:endParaRPr lang="de-DE"/>
          </a:p>
        </p:txBody>
      </p:sp>
      <p:sp>
        <p:nvSpPr>
          <p:cNvPr id="10" name="Notizenplatzhalter 9">
            <a:extLst>
              <a:ext uri="{FF2B5EF4-FFF2-40B4-BE49-F238E27FC236}">
                <a16:creationId xmlns:a16="http://schemas.microsoft.com/office/drawing/2014/main" id="{598999B6-0E65-F457-D4BF-F96BE9F9A9A7}"/>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defPPr>
              <a:defRPr lang="de-DE"/>
            </a:defPPr>
          </a:lstStyle>
          <a:p>
            <a:pPr lvl="0" rtl="0"/>
            <a:r>
              <a:rPr lang="de-DE"/>
              <a:t>Textmasterformat durch Klicken bearbeiten</a:t>
            </a:r>
          </a:p>
          <a:p>
            <a:pPr lvl="1" rtl="0"/>
            <a:r>
              <a:rPr lang="de-DE"/>
              <a:t>Zweite Ebene</a:t>
            </a:r>
          </a:p>
          <a:p>
            <a:pPr lvl="2" rtl="0"/>
            <a:r>
              <a:rPr lang="de-DE"/>
              <a:t>Dritte Ebene</a:t>
            </a:r>
          </a:p>
          <a:p>
            <a:pPr lvl="3" rtl="0"/>
            <a:r>
              <a:rPr lang="de-DE"/>
              <a:t>Vierte Ebene</a:t>
            </a:r>
          </a:p>
          <a:p>
            <a:pPr lvl="4" rtl="0"/>
            <a:r>
              <a:rPr lang="de-DE"/>
              <a:t>Fünfte Ebene</a:t>
            </a:r>
          </a:p>
        </p:txBody>
      </p:sp>
      <p:sp>
        <p:nvSpPr>
          <p:cNvPr id="11" name="Foliennummernplatzhalter 10">
            <a:extLst>
              <a:ext uri="{FF2B5EF4-FFF2-40B4-BE49-F238E27FC236}">
                <a16:creationId xmlns:a16="http://schemas.microsoft.com/office/drawing/2014/main" id="{976FEA9E-549C-DA0D-8B3C-832BF1072B45}"/>
              </a:ext>
            </a:extLst>
          </p:cNvPr>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lang="de-DE" sz="1200">
                <a:latin typeface="Calibri" panose="020F0502020204030204" pitchFamily="34" charset="0"/>
                <a:cs typeface="Calibri" panose="020F0502020204030204" pitchFamily="34" charset="0"/>
              </a:defRPr>
            </a:lvl1pPr>
          </a:lstStyle>
          <a:p>
            <a:pPr rtl="0"/>
            <a:fld id="{F2DEDBB3-C345-4EAB-AB5D-9FB3AF589CFF}" type="slidenum">
              <a:rPr lang="de-DE" smtClean="0"/>
              <a:pPr rtl="0"/>
              <a:t>‹#›</a:t>
            </a:fld>
            <a:endParaRPr lang="de-DE"/>
          </a:p>
        </p:txBody>
      </p:sp>
      <p:sp>
        <p:nvSpPr>
          <p:cNvPr id="12" name="Folienbildplatzhalter 11">
            <a:extLst>
              <a:ext uri="{FF2B5EF4-FFF2-40B4-BE49-F238E27FC236}">
                <a16:creationId xmlns:a16="http://schemas.microsoft.com/office/drawing/2014/main" id="{F627E2FE-9CC2-836E-40FC-1A1183B95164}"/>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defPPr>
              <a:defRPr lang="de-DE"/>
            </a:defPPr>
          </a:lstStyle>
          <a:p>
            <a:pPr rtl="0"/>
            <a:endParaRPr lang="de-DE"/>
          </a:p>
        </p:txBody>
      </p:sp>
      <p:sp>
        <p:nvSpPr>
          <p:cNvPr id="13" name="Fußzeilenplatzhalter 12">
            <a:extLst>
              <a:ext uri="{FF2B5EF4-FFF2-40B4-BE49-F238E27FC236}">
                <a16:creationId xmlns:a16="http://schemas.microsoft.com/office/drawing/2014/main" id="{413B0C97-27B2-A894-9DEA-82E460C91F15}"/>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lang="de-DE" sz="1200">
                <a:latin typeface="Calibri" panose="020F0502020204030204" pitchFamily="34" charset="0"/>
                <a:cs typeface="Calibri" panose="020F0502020204030204" pitchFamily="34" charset="0"/>
              </a:defRPr>
            </a:lvl1pPr>
          </a:lstStyle>
          <a:p>
            <a:pPr rtl="0"/>
            <a:endParaRPr lang="de-DE"/>
          </a:p>
        </p:txBody>
      </p:sp>
    </p:spTree>
    <p:extLst>
      <p:ext uri="{BB962C8B-B14F-4D97-AF65-F5344CB8AC3E}">
        <p14:creationId xmlns:p14="http://schemas.microsoft.com/office/powerpoint/2010/main" val="422665151"/>
      </p:ext>
    </p:extLst>
  </p:cSld>
  <p:clrMap bg1="lt1" tx1="dk1" bg2="lt2" tx2="dk2" accent1="accent1" accent2="accent2" accent3="accent3" accent4="accent4" accent5="accent5" accent6="accent6" hlink="hlink" folHlink="folHlink"/>
  <p:notesStyle>
    <a:lvl1pPr marL="0" algn="l" defTabSz="914400" rtl="0" eaLnBrk="1" latinLnBrk="0" hangingPunct="1">
      <a:defRPr lang="de-DE" sz="1200" kern="1200">
        <a:solidFill>
          <a:schemeClr val="tx1"/>
        </a:solidFill>
        <a:latin typeface="Calibri" panose="020F0502020204030204" pitchFamily="34" charset="0"/>
        <a:ea typeface="+mn-ea"/>
        <a:cs typeface="Calibri" panose="020F0502020204030204" pitchFamily="34" charset="0"/>
      </a:defRPr>
    </a:lvl1pPr>
    <a:lvl2pPr marL="457200" algn="l" defTabSz="914400" rtl="0" eaLnBrk="1" latinLnBrk="0" hangingPunct="1">
      <a:defRPr lang="de-DE" sz="1200" kern="1200">
        <a:solidFill>
          <a:schemeClr val="tx1"/>
        </a:solidFill>
        <a:latin typeface="Calibri" panose="020F0502020204030204" pitchFamily="34" charset="0"/>
        <a:ea typeface="+mn-ea"/>
        <a:cs typeface="Calibri" panose="020F0502020204030204" pitchFamily="34" charset="0"/>
      </a:defRPr>
    </a:lvl2pPr>
    <a:lvl3pPr marL="914400" algn="l" defTabSz="914400" rtl="0" eaLnBrk="1" latinLnBrk="0" hangingPunct="1">
      <a:defRPr lang="de-DE" sz="1200" kern="1200">
        <a:solidFill>
          <a:schemeClr val="tx1"/>
        </a:solidFill>
        <a:latin typeface="Calibri" panose="020F0502020204030204" pitchFamily="34" charset="0"/>
        <a:ea typeface="+mn-ea"/>
        <a:cs typeface="Calibri" panose="020F0502020204030204" pitchFamily="34" charset="0"/>
      </a:defRPr>
    </a:lvl3pPr>
    <a:lvl4pPr marL="1371600" algn="l" defTabSz="914400" rtl="0" eaLnBrk="1" latinLnBrk="0" hangingPunct="1">
      <a:defRPr lang="de-DE" sz="1200" kern="1200">
        <a:solidFill>
          <a:schemeClr val="tx1"/>
        </a:solidFill>
        <a:latin typeface="Calibri" panose="020F0502020204030204" pitchFamily="34" charset="0"/>
        <a:ea typeface="+mn-ea"/>
        <a:cs typeface="Calibri" panose="020F0502020204030204" pitchFamily="34" charset="0"/>
      </a:defRPr>
    </a:lvl4pPr>
    <a:lvl5pPr marL="1828800" algn="l" defTabSz="914400" rtl="0" eaLnBrk="1" latinLnBrk="0" hangingPunct="1">
      <a:defRPr lang="de-DE" sz="1200" kern="1200">
        <a:solidFill>
          <a:schemeClr val="tx1"/>
        </a:solidFill>
        <a:latin typeface="Calibri" panose="020F0502020204030204" pitchFamily="34" charset="0"/>
        <a:ea typeface="+mn-ea"/>
        <a:cs typeface="Calibri" panose="020F0502020204030204" pitchFamily="34" charset="0"/>
      </a:defRPr>
    </a:lvl5pPr>
    <a:lvl6pPr marL="2286000" algn="l" defTabSz="914400" rtl="0" eaLnBrk="1" latinLnBrk="0" hangingPunct="1">
      <a:defRPr lang="de-DE" sz="1200" kern="1200">
        <a:solidFill>
          <a:schemeClr val="tx1"/>
        </a:solidFill>
        <a:latin typeface="+mn-lt"/>
        <a:ea typeface="+mn-ea"/>
        <a:cs typeface="+mn-cs"/>
      </a:defRPr>
    </a:lvl6pPr>
    <a:lvl7pPr marL="2743200" algn="l" defTabSz="914400" rtl="0" eaLnBrk="1" latinLnBrk="0" hangingPunct="1">
      <a:defRPr lang="de-DE" sz="1200" kern="1200">
        <a:solidFill>
          <a:schemeClr val="tx1"/>
        </a:solidFill>
        <a:latin typeface="+mn-lt"/>
        <a:ea typeface="+mn-ea"/>
        <a:cs typeface="+mn-cs"/>
      </a:defRPr>
    </a:lvl7pPr>
    <a:lvl8pPr marL="3200400" algn="l" defTabSz="914400" rtl="0" eaLnBrk="1" latinLnBrk="0" hangingPunct="1">
      <a:defRPr lang="de-DE" sz="1200" kern="1200">
        <a:solidFill>
          <a:schemeClr val="tx1"/>
        </a:solidFill>
        <a:latin typeface="+mn-lt"/>
        <a:ea typeface="+mn-ea"/>
        <a:cs typeface="+mn-cs"/>
      </a:defRPr>
    </a:lvl8pPr>
    <a:lvl9pPr marL="3657600" algn="l" defTabSz="914400" rtl="0" eaLnBrk="1" latinLnBrk="0" hangingPunct="1">
      <a:defRPr lang="de-DE"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685800" y="1143000"/>
            <a:ext cx="5486400" cy="3086100"/>
          </a:xfrm>
          <a:prstGeom prst="rect">
            <a:avLst/>
          </a:prstGeom>
        </p:spPr>
      </p:sp>
      <p:sp>
        <p:nvSpPr>
          <p:cNvPr id="3" name="Notizenplatzhalter 2"/>
          <p:cNvSpPr>
            <a:spLocks noGrp="1"/>
          </p:cNvSpPr>
          <p:nvPr>
            <p:ph type="body" idx="1"/>
          </p:nvPr>
        </p:nvSpPr>
        <p:spPr>
          <a:xfrm>
            <a:off x="685800" y="4400550"/>
            <a:ext cx="5486400" cy="3600450"/>
          </a:xfrm>
          <a:prstGeom prst="rect">
            <a:avLst/>
          </a:prstGeom>
        </p:spPr>
        <p:txBody>
          <a:bodyPr rtlCol="0"/>
          <a:lstStyle>
            <a:defPPr>
              <a:defRPr lang="de-DE"/>
            </a:defPPr>
          </a:lstStyle>
          <a:p>
            <a:pPr rtl="0"/>
            <a:endParaRPr lang="de-DE"/>
          </a:p>
        </p:txBody>
      </p:sp>
      <p:sp>
        <p:nvSpPr>
          <p:cNvPr id="4" name="Foliennummernplatzhalter 3"/>
          <p:cNvSpPr>
            <a:spLocks noGrp="1"/>
          </p:cNvSpPr>
          <p:nvPr>
            <p:ph type="sldNum" sz="quarter" idx="5"/>
          </p:nvPr>
        </p:nvSpPr>
        <p:spPr>
          <a:xfrm>
            <a:off x="3884613" y="8685213"/>
            <a:ext cx="2971800" cy="458787"/>
          </a:xfrm>
          <a:prstGeom prst="rect">
            <a:avLst/>
          </a:prstGeom>
        </p:spPr>
        <p:txBody>
          <a:bodyPr rtlCol="0"/>
          <a:lstStyle>
            <a:defPPr>
              <a:defRPr lang="de-DE"/>
            </a:defPPr>
          </a:lstStyle>
          <a:p>
            <a:pPr rtl="0"/>
            <a:fld id="{017105BD-6D6F-49DB-9DE4-D4A6452D7E5F}" type="slidenum">
              <a:rPr lang="de-DE" altLang="zh-CN" noProof="0" smtClean="0"/>
              <a:t>1</a:t>
            </a:fld>
            <a:endParaRPr lang="de-DE" altLang="zh-CN" noProof="0"/>
          </a:p>
        </p:txBody>
      </p:sp>
    </p:spTree>
    <p:extLst>
      <p:ext uri="{BB962C8B-B14F-4D97-AF65-F5344CB8AC3E}">
        <p14:creationId xmlns:p14="http://schemas.microsoft.com/office/powerpoint/2010/main" val="64317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685800" y="1143000"/>
            <a:ext cx="5486400" cy="3086100"/>
          </a:xfrm>
          <a:prstGeom prst="rect">
            <a:avLst/>
          </a:prstGeom>
        </p:spPr>
      </p:sp>
      <p:sp>
        <p:nvSpPr>
          <p:cNvPr id="3" name="Notizenplatzhalter 2"/>
          <p:cNvSpPr>
            <a:spLocks noGrp="1"/>
          </p:cNvSpPr>
          <p:nvPr>
            <p:ph type="body" idx="1"/>
          </p:nvPr>
        </p:nvSpPr>
        <p:spPr>
          <a:xfrm>
            <a:off x="685800" y="4400550"/>
            <a:ext cx="5486400" cy="3600450"/>
          </a:xfrm>
          <a:prstGeom prst="rect">
            <a:avLst/>
          </a:prstGeom>
        </p:spPr>
        <p:txBody>
          <a:bodyPr rtlCol="0"/>
          <a:lstStyle>
            <a:defPPr>
              <a:defRPr lang="de-DE"/>
            </a:defPPr>
          </a:lstStyle>
          <a:p>
            <a:pPr rtl="0"/>
            <a:endParaRPr lang="de-DE"/>
          </a:p>
        </p:txBody>
      </p:sp>
      <p:sp>
        <p:nvSpPr>
          <p:cNvPr id="4" name="Foliennummernplatzhalter 3"/>
          <p:cNvSpPr>
            <a:spLocks noGrp="1"/>
          </p:cNvSpPr>
          <p:nvPr>
            <p:ph type="sldNum" sz="quarter" idx="5"/>
          </p:nvPr>
        </p:nvSpPr>
        <p:spPr>
          <a:xfrm>
            <a:off x="3884613" y="8685213"/>
            <a:ext cx="2971800" cy="458787"/>
          </a:xfrm>
          <a:prstGeom prst="rect">
            <a:avLst/>
          </a:prstGeom>
        </p:spPr>
        <p:txBody>
          <a:bodyPr rtlCol="0"/>
          <a:lstStyle>
            <a:defPPr>
              <a:defRPr lang="de-DE"/>
            </a:defPPr>
          </a:lstStyle>
          <a:p>
            <a:pPr rtl="0"/>
            <a:fld id="{017105BD-6D6F-49DB-9DE4-D4A6452D7E5F}" type="slidenum">
              <a:rPr lang="de-DE" altLang="zh-CN" smtClean="0"/>
              <a:t>3</a:t>
            </a:fld>
            <a:endParaRPr lang="de-DE" altLang="zh-CN"/>
          </a:p>
        </p:txBody>
      </p:sp>
    </p:spTree>
    <p:extLst>
      <p:ext uri="{BB962C8B-B14F-4D97-AF65-F5344CB8AC3E}">
        <p14:creationId xmlns:p14="http://schemas.microsoft.com/office/powerpoint/2010/main" val="10774650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685800" y="1143000"/>
            <a:ext cx="5486400" cy="3086100"/>
          </a:xfrm>
          <a:prstGeom prst="rect">
            <a:avLst/>
          </a:prstGeom>
        </p:spPr>
      </p:sp>
      <p:sp>
        <p:nvSpPr>
          <p:cNvPr id="3" name="Notizenplatzhalter 2"/>
          <p:cNvSpPr>
            <a:spLocks noGrp="1"/>
          </p:cNvSpPr>
          <p:nvPr>
            <p:ph type="body" idx="1"/>
          </p:nvPr>
        </p:nvSpPr>
        <p:spPr>
          <a:xfrm>
            <a:off x="685800" y="4400550"/>
            <a:ext cx="5486400" cy="3600450"/>
          </a:xfrm>
          <a:prstGeom prst="rect">
            <a:avLst/>
          </a:prstGeom>
        </p:spPr>
        <p:txBody>
          <a:bodyPr rtlCol="0"/>
          <a:lstStyle>
            <a:defPPr>
              <a:defRPr lang="de-DE"/>
            </a:defPPr>
          </a:lstStyle>
          <a:p>
            <a:pPr rtl="0"/>
            <a:endParaRPr lang="de-DE"/>
          </a:p>
        </p:txBody>
      </p:sp>
      <p:sp>
        <p:nvSpPr>
          <p:cNvPr id="4" name="Foliennummernplatzhalter 3"/>
          <p:cNvSpPr>
            <a:spLocks noGrp="1"/>
          </p:cNvSpPr>
          <p:nvPr>
            <p:ph type="sldNum" sz="quarter" idx="5"/>
          </p:nvPr>
        </p:nvSpPr>
        <p:spPr>
          <a:xfrm>
            <a:off x="3884613" y="8685213"/>
            <a:ext cx="2971800" cy="458787"/>
          </a:xfrm>
          <a:prstGeom prst="rect">
            <a:avLst/>
          </a:prstGeom>
        </p:spPr>
        <p:txBody>
          <a:bodyPr rtlCol="0"/>
          <a:lstStyle>
            <a:defPPr>
              <a:defRPr lang="de-DE"/>
            </a:defPPr>
          </a:lstStyle>
          <a:p>
            <a:pPr rtl="0"/>
            <a:fld id="{017105BD-6D6F-49DB-9DE4-D4A6452D7E5F}" type="slidenum">
              <a:rPr lang="de-DE" altLang="zh-CN" noProof="0" smtClean="0"/>
              <a:t>4</a:t>
            </a:fld>
            <a:endParaRPr lang="de-DE" altLang="zh-CN" noProof="0"/>
          </a:p>
        </p:txBody>
      </p:sp>
    </p:spTree>
    <p:extLst>
      <p:ext uri="{BB962C8B-B14F-4D97-AF65-F5344CB8AC3E}">
        <p14:creationId xmlns:p14="http://schemas.microsoft.com/office/powerpoint/2010/main" val="33906354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685800" y="1143000"/>
            <a:ext cx="5486400" cy="3086100"/>
          </a:xfrm>
          <a:prstGeom prst="rect">
            <a:avLst/>
          </a:prstGeom>
        </p:spPr>
      </p:sp>
      <p:sp>
        <p:nvSpPr>
          <p:cNvPr id="3" name="Notizenplatzhalter 2"/>
          <p:cNvSpPr>
            <a:spLocks noGrp="1"/>
          </p:cNvSpPr>
          <p:nvPr>
            <p:ph type="body" idx="1"/>
          </p:nvPr>
        </p:nvSpPr>
        <p:spPr>
          <a:xfrm>
            <a:off x="685800" y="4400550"/>
            <a:ext cx="5486400" cy="3600450"/>
          </a:xfrm>
          <a:prstGeom prst="rect">
            <a:avLst/>
          </a:prstGeom>
        </p:spPr>
        <p:txBody>
          <a:bodyPr rtlCol="0"/>
          <a:lstStyle>
            <a:defPPr>
              <a:defRPr lang="de-DE"/>
            </a:defPPr>
          </a:lstStyle>
          <a:p>
            <a:pPr rtl="0"/>
            <a:endParaRPr lang="de-DE"/>
          </a:p>
        </p:txBody>
      </p:sp>
      <p:sp>
        <p:nvSpPr>
          <p:cNvPr id="4" name="Foliennummernplatzhalter 3"/>
          <p:cNvSpPr>
            <a:spLocks noGrp="1"/>
          </p:cNvSpPr>
          <p:nvPr>
            <p:ph type="sldNum" sz="quarter" idx="5"/>
          </p:nvPr>
        </p:nvSpPr>
        <p:spPr>
          <a:xfrm>
            <a:off x="3884613" y="8685213"/>
            <a:ext cx="2971800" cy="458787"/>
          </a:xfrm>
          <a:prstGeom prst="rect">
            <a:avLst/>
          </a:prstGeom>
        </p:spPr>
        <p:txBody>
          <a:bodyPr rtlCol="0"/>
          <a:lstStyle>
            <a:defPPr>
              <a:defRPr lang="de-DE"/>
            </a:defPPr>
          </a:lstStyle>
          <a:p>
            <a:pPr rtl="0"/>
            <a:fld id="{017105BD-6D6F-49DB-9DE4-D4A6452D7E5F}" type="slidenum">
              <a:rPr lang="de-DE" altLang="zh-CN" smtClean="0"/>
              <a:t>5</a:t>
            </a:fld>
            <a:endParaRPr lang="de-DE" altLang="zh-CN"/>
          </a:p>
        </p:txBody>
      </p:sp>
    </p:spTree>
    <p:extLst>
      <p:ext uri="{BB962C8B-B14F-4D97-AF65-F5344CB8AC3E}">
        <p14:creationId xmlns:p14="http://schemas.microsoft.com/office/powerpoint/2010/main" val="3879428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685800" y="1143000"/>
            <a:ext cx="5486400" cy="3086100"/>
          </a:xfrm>
          <a:prstGeom prst="rect">
            <a:avLst/>
          </a:prstGeom>
        </p:spPr>
      </p:sp>
      <p:sp>
        <p:nvSpPr>
          <p:cNvPr id="3" name="Notizenplatzhalter 2"/>
          <p:cNvSpPr>
            <a:spLocks noGrp="1"/>
          </p:cNvSpPr>
          <p:nvPr>
            <p:ph type="body" idx="1"/>
          </p:nvPr>
        </p:nvSpPr>
        <p:spPr>
          <a:xfrm>
            <a:off x="685800" y="4400550"/>
            <a:ext cx="5486400" cy="3600450"/>
          </a:xfrm>
          <a:prstGeom prst="rect">
            <a:avLst/>
          </a:prstGeom>
        </p:spPr>
        <p:txBody>
          <a:bodyPr rtlCol="0"/>
          <a:lstStyle>
            <a:defPPr>
              <a:defRPr lang="de-DE"/>
            </a:defPPr>
          </a:lstStyle>
          <a:p>
            <a:pPr rtl="0"/>
            <a:endParaRPr lang="de-DE"/>
          </a:p>
        </p:txBody>
      </p:sp>
      <p:sp>
        <p:nvSpPr>
          <p:cNvPr id="4" name="Foliennummernplatzhalter 3"/>
          <p:cNvSpPr>
            <a:spLocks noGrp="1"/>
          </p:cNvSpPr>
          <p:nvPr>
            <p:ph type="sldNum" sz="quarter" idx="5"/>
          </p:nvPr>
        </p:nvSpPr>
        <p:spPr>
          <a:xfrm>
            <a:off x="3884613" y="8685213"/>
            <a:ext cx="2971800" cy="458787"/>
          </a:xfrm>
          <a:prstGeom prst="rect">
            <a:avLst/>
          </a:prstGeom>
        </p:spPr>
        <p:txBody>
          <a:bodyPr rtlCol="0"/>
          <a:lstStyle>
            <a:defPPr>
              <a:defRPr lang="de-DE"/>
            </a:defPPr>
          </a:lstStyle>
          <a:p>
            <a:pPr rtl="0"/>
            <a:fld id="{017105BD-6D6F-49DB-9DE4-D4A6452D7E5F}" type="slidenum">
              <a:rPr lang="de-DE" altLang="zh-CN" smtClean="0"/>
              <a:t>6</a:t>
            </a:fld>
            <a:endParaRPr lang="de-DE" altLang="zh-CN"/>
          </a:p>
        </p:txBody>
      </p:sp>
    </p:spTree>
    <p:extLst>
      <p:ext uri="{BB962C8B-B14F-4D97-AF65-F5344CB8AC3E}">
        <p14:creationId xmlns:p14="http://schemas.microsoft.com/office/powerpoint/2010/main" val="30110906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685800" y="1143000"/>
            <a:ext cx="5486400" cy="3086100"/>
          </a:xfrm>
          <a:prstGeom prst="rect">
            <a:avLst/>
          </a:prstGeom>
        </p:spPr>
      </p:sp>
      <p:sp>
        <p:nvSpPr>
          <p:cNvPr id="3" name="Notizenplatzhalter 2"/>
          <p:cNvSpPr>
            <a:spLocks noGrp="1"/>
          </p:cNvSpPr>
          <p:nvPr>
            <p:ph type="body" idx="1"/>
          </p:nvPr>
        </p:nvSpPr>
        <p:spPr>
          <a:xfrm>
            <a:off x="685800" y="4400550"/>
            <a:ext cx="5486400" cy="3600450"/>
          </a:xfrm>
          <a:prstGeom prst="rect">
            <a:avLst/>
          </a:prstGeom>
        </p:spPr>
        <p:txBody>
          <a:bodyPr rtlCol="0"/>
          <a:lstStyle>
            <a:defPPr>
              <a:defRPr lang="de-DE"/>
            </a:defPPr>
          </a:lstStyle>
          <a:p>
            <a:pPr rtl="0"/>
            <a:endParaRPr lang="de-DE"/>
          </a:p>
        </p:txBody>
      </p:sp>
      <p:sp>
        <p:nvSpPr>
          <p:cNvPr id="4" name="Foliennummernplatzhalter 3"/>
          <p:cNvSpPr>
            <a:spLocks noGrp="1"/>
          </p:cNvSpPr>
          <p:nvPr>
            <p:ph type="sldNum" sz="quarter" idx="5"/>
          </p:nvPr>
        </p:nvSpPr>
        <p:spPr>
          <a:xfrm>
            <a:off x="3884613" y="8685213"/>
            <a:ext cx="2971800" cy="458787"/>
          </a:xfrm>
          <a:prstGeom prst="rect">
            <a:avLst/>
          </a:prstGeom>
        </p:spPr>
        <p:txBody>
          <a:bodyPr rtlCol="0"/>
          <a:lstStyle>
            <a:defPPr>
              <a:defRPr lang="de-DE"/>
            </a:defPPr>
          </a:lstStyle>
          <a:p>
            <a:pPr rtl="0"/>
            <a:fld id="{017105BD-6D6F-49DB-9DE4-D4A6452D7E5F}" type="slidenum">
              <a:rPr lang="de-DE" altLang="zh-CN" smtClean="0"/>
              <a:t>7</a:t>
            </a:fld>
            <a:endParaRPr lang="de-DE" altLang="zh-CN"/>
          </a:p>
        </p:txBody>
      </p:sp>
    </p:spTree>
    <p:extLst>
      <p:ext uri="{BB962C8B-B14F-4D97-AF65-F5344CB8AC3E}">
        <p14:creationId xmlns:p14="http://schemas.microsoft.com/office/powerpoint/2010/main" val="6171573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685800" y="1143000"/>
            <a:ext cx="5486400" cy="3086100"/>
          </a:xfrm>
          <a:prstGeom prst="rect">
            <a:avLst/>
          </a:prstGeom>
        </p:spPr>
      </p:sp>
      <p:sp>
        <p:nvSpPr>
          <p:cNvPr id="3" name="Notizenplatzhalter 2"/>
          <p:cNvSpPr>
            <a:spLocks noGrp="1"/>
          </p:cNvSpPr>
          <p:nvPr>
            <p:ph type="body" idx="1"/>
          </p:nvPr>
        </p:nvSpPr>
        <p:spPr>
          <a:xfrm>
            <a:off x="685800" y="4400550"/>
            <a:ext cx="5486400" cy="3600450"/>
          </a:xfrm>
          <a:prstGeom prst="rect">
            <a:avLst/>
          </a:prstGeom>
        </p:spPr>
        <p:txBody>
          <a:bodyPr rtlCol="0"/>
          <a:lstStyle>
            <a:defPPr>
              <a:defRPr lang="de-DE"/>
            </a:defPPr>
          </a:lstStyle>
          <a:p>
            <a:pPr rtl="0"/>
            <a:endParaRPr lang="de-DE"/>
          </a:p>
        </p:txBody>
      </p:sp>
      <p:sp>
        <p:nvSpPr>
          <p:cNvPr id="4" name="Foliennummernplatzhalter 3"/>
          <p:cNvSpPr>
            <a:spLocks noGrp="1"/>
          </p:cNvSpPr>
          <p:nvPr>
            <p:ph type="sldNum" sz="quarter" idx="5"/>
          </p:nvPr>
        </p:nvSpPr>
        <p:spPr>
          <a:xfrm>
            <a:off x="3884613" y="8685213"/>
            <a:ext cx="2971800" cy="458787"/>
          </a:xfrm>
          <a:prstGeom prst="rect">
            <a:avLst/>
          </a:prstGeom>
        </p:spPr>
        <p:txBody>
          <a:bodyPr rtlCol="0"/>
          <a:lstStyle>
            <a:defPPr>
              <a:defRPr lang="de-DE"/>
            </a:defPPr>
          </a:lstStyle>
          <a:p>
            <a:pPr rtl="0"/>
            <a:fld id="{017105BD-6D6F-49DB-9DE4-D4A6452D7E5F}" type="slidenum">
              <a:rPr lang="de-DE" altLang="zh-CN" smtClean="0"/>
              <a:t>8</a:t>
            </a:fld>
            <a:endParaRPr lang="de-DE" altLang="zh-CN"/>
          </a:p>
        </p:txBody>
      </p:sp>
    </p:spTree>
    <p:extLst>
      <p:ext uri="{BB962C8B-B14F-4D97-AF65-F5344CB8AC3E}">
        <p14:creationId xmlns:p14="http://schemas.microsoft.com/office/powerpoint/2010/main" val="19078249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685800" y="1143000"/>
            <a:ext cx="5486400" cy="3086100"/>
          </a:xfrm>
          <a:prstGeom prst="rect">
            <a:avLst/>
          </a:prstGeom>
        </p:spPr>
      </p:sp>
      <p:sp>
        <p:nvSpPr>
          <p:cNvPr id="3" name="Notizenplatzhalter 2"/>
          <p:cNvSpPr>
            <a:spLocks noGrp="1"/>
          </p:cNvSpPr>
          <p:nvPr>
            <p:ph type="body" idx="1"/>
          </p:nvPr>
        </p:nvSpPr>
        <p:spPr>
          <a:xfrm>
            <a:off x="685800" y="4400550"/>
            <a:ext cx="5486400" cy="3600450"/>
          </a:xfrm>
          <a:prstGeom prst="rect">
            <a:avLst/>
          </a:prstGeom>
        </p:spPr>
        <p:txBody>
          <a:bodyPr rtlCol="0"/>
          <a:lstStyle>
            <a:defPPr>
              <a:defRPr lang="de-DE"/>
            </a:defPPr>
          </a:lstStyle>
          <a:p>
            <a:pPr rtl="0"/>
            <a:endParaRPr lang="de-DE"/>
          </a:p>
        </p:txBody>
      </p:sp>
      <p:sp>
        <p:nvSpPr>
          <p:cNvPr id="4" name="Foliennummernplatzhalter 3"/>
          <p:cNvSpPr>
            <a:spLocks noGrp="1"/>
          </p:cNvSpPr>
          <p:nvPr>
            <p:ph type="sldNum" sz="quarter" idx="5"/>
          </p:nvPr>
        </p:nvSpPr>
        <p:spPr>
          <a:xfrm>
            <a:off x="3884613" y="8685213"/>
            <a:ext cx="2971800" cy="458787"/>
          </a:xfrm>
          <a:prstGeom prst="rect">
            <a:avLst/>
          </a:prstGeom>
        </p:spPr>
        <p:txBody>
          <a:bodyPr rtlCol="0"/>
          <a:lstStyle>
            <a:defPPr>
              <a:defRPr lang="de-DE"/>
            </a:defPPr>
          </a:lstStyle>
          <a:p>
            <a:pPr rtl="0"/>
            <a:fld id="{017105BD-6D6F-49DB-9DE4-D4A6452D7E5F}" type="slidenum">
              <a:rPr lang="de-DE" altLang="zh-CN" noProof="0" smtClean="0"/>
              <a:t>9</a:t>
            </a:fld>
            <a:endParaRPr lang="de-DE" altLang="zh-CN" noProof="0"/>
          </a:p>
        </p:txBody>
      </p:sp>
    </p:spTree>
    <p:extLst>
      <p:ext uri="{BB962C8B-B14F-4D97-AF65-F5344CB8AC3E}">
        <p14:creationId xmlns:p14="http://schemas.microsoft.com/office/powerpoint/2010/main" val="32829173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685800" y="1143000"/>
            <a:ext cx="5486400" cy="3086100"/>
          </a:xfrm>
          <a:prstGeom prst="rect">
            <a:avLst/>
          </a:prstGeom>
        </p:spPr>
      </p:sp>
      <p:sp>
        <p:nvSpPr>
          <p:cNvPr id="3" name="Notizenplatzhalter 2"/>
          <p:cNvSpPr>
            <a:spLocks noGrp="1"/>
          </p:cNvSpPr>
          <p:nvPr>
            <p:ph type="body" idx="1"/>
          </p:nvPr>
        </p:nvSpPr>
        <p:spPr>
          <a:xfrm>
            <a:off x="685800" y="4400550"/>
            <a:ext cx="5486400" cy="3600450"/>
          </a:xfrm>
          <a:prstGeom prst="rect">
            <a:avLst/>
          </a:prstGeom>
        </p:spPr>
        <p:txBody>
          <a:bodyPr rtlCol="0"/>
          <a:lstStyle>
            <a:defPPr>
              <a:defRPr lang="de-DE"/>
            </a:defPPr>
          </a:lstStyle>
          <a:p>
            <a:pPr rtl="0"/>
            <a:endParaRPr lang="de-DE"/>
          </a:p>
        </p:txBody>
      </p:sp>
      <p:sp>
        <p:nvSpPr>
          <p:cNvPr id="4" name="Foliennummernplatzhalter 3"/>
          <p:cNvSpPr>
            <a:spLocks noGrp="1"/>
          </p:cNvSpPr>
          <p:nvPr>
            <p:ph type="sldNum" sz="quarter" idx="5"/>
          </p:nvPr>
        </p:nvSpPr>
        <p:spPr>
          <a:xfrm>
            <a:off x="3884613" y="8685213"/>
            <a:ext cx="2971800" cy="458787"/>
          </a:xfrm>
          <a:prstGeom prst="rect">
            <a:avLst/>
          </a:prstGeom>
        </p:spPr>
        <p:txBody>
          <a:bodyPr rtlCol="0"/>
          <a:lstStyle>
            <a:defPPr>
              <a:defRPr lang="de-DE"/>
            </a:defPPr>
          </a:lstStyle>
          <a:p>
            <a:pPr rtl="0"/>
            <a:fld id="{017105BD-6D6F-49DB-9DE4-D4A6452D7E5F}" type="slidenum">
              <a:rPr lang="de-DE" altLang="zh-CN" smtClean="0"/>
              <a:t>10</a:t>
            </a:fld>
            <a:endParaRPr lang="de-DE" altLang="zh-CN"/>
          </a:p>
        </p:txBody>
      </p:sp>
    </p:spTree>
    <p:extLst>
      <p:ext uri="{BB962C8B-B14F-4D97-AF65-F5344CB8AC3E}">
        <p14:creationId xmlns:p14="http://schemas.microsoft.com/office/powerpoint/2010/main" val="244748582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685800" y="1143000"/>
            <a:ext cx="5486400" cy="3086100"/>
          </a:xfrm>
          <a:prstGeom prst="rect">
            <a:avLst/>
          </a:prstGeom>
        </p:spPr>
      </p:sp>
      <p:sp>
        <p:nvSpPr>
          <p:cNvPr id="3" name="Notizenplatzhalter 2"/>
          <p:cNvSpPr>
            <a:spLocks noGrp="1"/>
          </p:cNvSpPr>
          <p:nvPr>
            <p:ph type="body" idx="1"/>
          </p:nvPr>
        </p:nvSpPr>
        <p:spPr>
          <a:xfrm>
            <a:off x="685800" y="4400550"/>
            <a:ext cx="5486400" cy="3600450"/>
          </a:xfrm>
          <a:prstGeom prst="rect">
            <a:avLst/>
          </a:prstGeom>
        </p:spPr>
        <p:txBody>
          <a:bodyPr rtlCol="0"/>
          <a:lstStyle>
            <a:defPPr>
              <a:defRPr lang="de-DE"/>
            </a:defPPr>
          </a:lstStyle>
          <a:p>
            <a:pPr rtl="0"/>
            <a:endParaRPr lang="de-DE"/>
          </a:p>
        </p:txBody>
      </p:sp>
      <p:sp>
        <p:nvSpPr>
          <p:cNvPr id="4" name="Foliennummernplatzhalter 3"/>
          <p:cNvSpPr>
            <a:spLocks noGrp="1"/>
          </p:cNvSpPr>
          <p:nvPr>
            <p:ph type="sldNum" sz="quarter" idx="5"/>
          </p:nvPr>
        </p:nvSpPr>
        <p:spPr>
          <a:xfrm>
            <a:off x="3884613" y="8685213"/>
            <a:ext cx="2971800" cy="458787"/>
          </a:xfrm>
          <a:prstGeom prst="rect">
            <a:avLst/>
          </a:prstGeom>
        </p:spPr>
        <p:txBody>
          <a:bodyPr rtlCol="0"/>
          <a:lstStyle>
            <a:defPPr>
              <a:defRPr lang="de-DE"/>
            </a:defPPr>
          </a:lstStyle>
          <a:p>
            <a:pPr rtl="0"/>
            <a:fld id="{017105BD-6D6F-49DB-9DE4-D4A6452D7E5F}" type="slidenum">
              <a:rPr lang="de-DE" altLang="zh-CN" smtClean="0"/>
              <a:t>11</a:t>
            </a:fld>
            <a:endParaRPr lang="de-DE" altLang="zh-CN"/>
          </a:p>
        </p:txBody>
      </p:sp>
    </p:spTree>
    <p:extLst>
      <p:ext uri="{BB962C8B-B14F-4D97-AF65-F5344CB8AC3E}">
        <p14:creationId xmlns:p14="http://schemas.microsoft.com/office/powerpoint/2010/main" val="3781694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685800" y="1143000"/>
            <a:ext cx="5486400" cy="3086100"/>
          </a:xfrm>
          <a:prstGeom prst="rect">
            <a:avLst/>
          </a:prstGeom>
        </p:spPr>
      </p:sp>
      <p:sp>
        <p:nvSpPr>
          <p:cNvPr id="3" name="Notizenplatzhalter 2"/>
          <p:cNvSpPr>
            <a:spLocks noGrp="1"/>
          </p:cNvSpPr>
          <p:nvPr>
            <p:ph type="body" idx="1"/>
          </p:nvPr>
        </p:nvSpPr>
        <p:spPr>
          <a:xfrm>
            <a:off x="685800" y="4400550"/>
            <a:ext cx="5486400" cy="3600450"/>
          </a:xfrm>
          <a:prstGeom prst="rect">
            <a:avLst/>
          </a:prstGeom>
        </p:spPr>
        <p:txBody>
          <a:bodyPr rtlCol="0"/>
          <a:lstStyle>
            <a:defPPr>
              <a:defRPr lang="de-DE"/>
            </a:defPPr>
          </a:lstStyle>
          <a:p>
            <a:pPr rtl="0"/>
            <a:endParaRPr lang="de-DE"/>
          </a:p>
        </p:txBody>
      </p:sp>
      <p:sp>
        <p:nvSpPr>
          <p:cNvPr id="4" name="Foliennummernplatzhalter 3"/>
          <p:cNvSpPr>
            <a:spLocks noGrp="1"/>
          </p:cNvSpPr>
          <p:nvPr>
            <p:ph type="sldNum" sz="quarter" idx="5"/>
          </p:nvPr>
        </p:nvSpPr>
        <p:spPr>
          <a:xfrm>
            <a:off x="3884613" y="8685213"/>
            <a:ext cx="2971800" cy="458787"/>
          </a:xfrm>
          <a:prstGeom prst="rect">
            <a:avLst/>
          </a:prstGeom>
        </p:spPr>
        <p:txBody>
          <a:bodyPr rtlCol="0"/>
          <a:lstStyle>
            <a:defPPr>
              <a:defRPr lang="de-DE"/>
            </a:defPPr>
          </a:lstStyle>
          <a:p>
            <a:pPr rtl="0"/>
            <a:fld id="{017105BD-6D6F-49DB-9DE4-D4A6452D7E5F}" type="slidenum">
              <a:rPr lang="de-DE" altLang="zh-CN" noProof="0" smtClean="0"/>
              <a:t>12</a:t>
            </a:fld>
            <a:endParaRPr lang="de-DE" altLang="zh-CN" noProof="0"/>
          </a:p>
        </p:txBody>
      </p:sp>
    </p:spTree>
    <p:extLst>
      <p:ext uri="{BB962C8B-B14F-4D97-AF65-F5344CB8AC3E}">
        <p14:creationId xmlns:p14="http://schemas.microsoft.com/office/powerpoint/2010/main" val="6598446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685800" y="1143000"/>
            <a:ext cx="5486400" cy="3086100"/>
          </a:xfrm>
          <a:prstGeom prst="rect">
            <a:avLst/>
          </a:prstGeom>
        </p:spPr>
      </p:sp>
      <p:sp>
        <p:nvSpPr>
          <p:cNvPr id="3" name="Notizenplatzhalter 2"/>
          <p:cNvSpPr>
            <a:spLocks noGrp="1"/>
          </p:cNvSpPr>
          <p:nvPr>
            <p:ph type="body" idx="1"/>
          </p:nvPr>
        </p:nvSpPr>
        <p:spPr>
          <a:xfrm>
            <a:off x="685800" y="4400550"/>
            <a:ext cx="5486400" cy="3600450"/>
          </a:xfrm>
          <a:prstGeom prst="rect">
            <a:avLst/>
          </a:prstGeom>
        </p:spPr>
        <p:txBody>
          <a:bodyPr rtlCol="0"/>
          <a:lstStyle>
            <a:defPPr>
              <a:defRPr lang="de-DE"/>
            </a:defPPr>
          </a:lstStyle>
          <a:p>
            <a:pPr rtl="0"/>
            <a:endParaRPr lang="de-DE"/>
          </a:p>
        </p:txBody>
      </p:sp>
      <p:sp>
        <p:nvSpPr>
          <p:cNvPr id="4" name="Foliennummernplatzhalter 3"/>
          <p:cNvSpPr>
            <a:spLocks noGrp="1"/>
          </p:cNvSpPr>
          <p:nvPr>
            <p:ph type="sldNum" sz="quarter" idx="5"/>
          </p:nvPr>
        </p:nvSpPr>
        <p:spPr>
          <a:xfrm>
            <a:off x="3884613" y="8685213"/>
            <a:ext cx="2971800" cy="458787"/>
          </a:xfrm>
          <a:prstGeom prst="rect">
            <a:avLst/>
          </a:prstGeom>
        </p:spPr>
        <p:txBody>
          <a:bodyPr rtlCol="0"/>
          <a:lstStyle>
            <a:defPPr>
              <a:defRPr lang="de-DE"/>
            </a:defPPr>
          </a:lstStyle>
          <a:p>
            <a:pPr rtl="0"/>
            <a:fld id="{017105BD-6D6F-49DB-9DE4-D4A6452D7E5F}" type="slidenum">
              <a:rPr lang="de-DE" altLang="zh-CN" noProof="0" smtClean="0"/>
              <a:t>13</a:t>
            </a:fld>
            <a:endParaRPr lang="de-DE" altLang="zh-CN" noProof="0"/>
          </a:p>
        </p:txBody>
      </p:sp>
    </p:spTree>
    <p:extLst>
      <p:ext uri="{BB962C8B-B14F-4D97-AF65-F5344CB8AC3E}">
        <p14:creationId xmlns:p14="http://schemas.microsoft.com/office/powerpoint/2010/main" val="125917873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685800" y="1143000"/>
            <a:ext cx="5486400" cy="3086100"/>
          </a:xfrm>
          <a:prstGeom prst="rect">
            <a:avLst/>
          </a:prstGeom>
        </p:spPr>
      </p:sp>
      <p:sp>
        <p:nvSpPr>
          <p:cNvPr id="3" name="Notizenplatzhalter 2"/>
          <p:cNvSpPr>
            <a:spLocks noGrp="1"/>
          </p:cNvSpPr>
          <p:nvPr>
            <p:ph type="body" idx="1"/>
          </p:nvPr>
        </p:nvSpPr>
        <p:spPr>
          <a:xfrm>
            <a:off x="685800" y="4400550"/>
            <a:ext cx="5486400" cy="3600450"/>
          </a:xfrm>
          <a:prstGeom prst="rect">
            <a:avLst/>
          </a:prstGeom>
        </p:spPr>
        <p:txBody>
          <a:bodyPr rtlCol="0"/>
          <a:lstStyle>
            <a:defPPr>
              <a:defRPr lang="de-DE"/>
            </a:defPPr>
          </a:lstStyle>
          <a:p>
            <a:pPr rtl="0"/>
            <a:endParaRPr lang="de-DE"/>
          </a:p>
        </p:txBody>
      </p:sp>
      <p:sp>
        <p:nvSpPr>
          <p:cNvPr id="4" name="Foliennummernplatzhalter 3"/>
          <p:cNvSpPr>
            <a:spLocks noGrp="1"/>
          </p:cNvSpPr>
          <p:nvPr>
            <p:ph type="sldNum" sz="quarter" idx="5"/>
          </p:nvPr>
        </p:nvSpPr>
        <p:spPr>
          <a:xfrm>
            <a:off x="3884613" y="8685213"/>
            <a:ext cx="2971800" cy="458787"/>
          </a:xfrm>
          <a:prstGeom prst="rect">
            <a:avLst/>
          </a:prstGeom>
        </p:spPr>
        <p:txBody>
          <a:bodyPr rtlCol="0"/>
          <a:lstStyle>
            <a:defPPr>
              <a:defRPr lang="de-DE"/>
            </a:defPPr>
          </a:lstStyle>
          <a:p>
            <a:pPr rtl="0"/>
            <a:fld id="{017105BD-6D6F-49DB-9DE4-D4A6452D7E5F}" type="slidenum">
              <a:rPr lang="de-DE" altLang="zh-CN" noProof="0" smtClean="0"/>
              <a:t>14</a:t>
            </a:fld>
            <a:endParaRPr lang="de-DE" altLang="zh-CN" noProof="0"/>
          </a:p>
        </p:txBody>
      </p:sp>
    </p:spTree>
    <p:extLst>
      <p:ext uri="{BB962C8B-B14F-4D97-AF65-F5344CB8AC3E}">
        <p14:creationId xmlns:p14="http://schemas.microsoft.com/office/powerpoint/2010/main" val="31931104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685800" y="1143000"/>
            <a:ext cx="5486400" cy="3086100"/>
          </a:xfrm>
          <a:prstGeom prst="rect">
            <a:avLst/>
          </a:prstGeom>
        </p:spPr>
      </p:sp>
      <p:sp>
        <p:nvSpPr>
          <p:cNvPr id="3" name="Notizenplatzhalter 2"/>
          <p:cNvSpPr>
            <a:spLocks noGrp="1"/>
          </p:cNvSpPr>
          <p:nvPr>
            <p:ph type="body" idx="1"/>
          </p:nvPr>
        </p:nvSpPr>
        <p:spPr>
          <a:xfrm>
            <a:off x="685800" y="4400550"/>
            <a:ext cx="5486400" cy="3600450"/>
          </a:xfrm>
          <a:prstGeom prst="rect">
            <a:avLst/>
          </a:prstGeom>
        </p:spPr>
        <p:txBody>
          <a:bodyPr rtlCol="0"/>
          <a:lstStyle>
            <a:defPPr>
              <a:defRPr lang="de-DE"/>
            </a:defPPr>
          </a:lstStyle>
          <a:p>
            <a:pPr rtl="0"/>
            <a:endParaRPr lang="de-DE"/>
          </a:p>
        </p:txBody>
      </p:sp>
      <p:sp>
        <p:nvSpPr>
          <p:cNvPr id="4" name="Foliennummernplatzhalter 3"/>
          <p:cNvSpPr>
            <a:spLocks noGrp="1"/>
          </p:cNvSpPr>
          <p:nvPr>
            <p:ph type="sldNum" sz="quarter" idx="5"/>
          </p:nvPr>
        </p:nvSpPr>
        <p:spPr>
          <a:xfrm>
            <a:off x="3884613" y="8685213"/>
            <a:ext cx="2971800" cy="458787"/>
          </a:xfrm>
          <a:prstGeom prst="rect">
            <a:avLst/>
          </a:prstGeom>
        </p:spPr>
        <p:txBody>
          <a:bodyPr rtlCol="0"/>
          <a:lstStyle>
            <a:defPPr>
              <a:defRPr lang="de-DE"/>
            </a:defPPr>
          </a:lstStyle>
          <a:p>
            <a:pPr rtl="0"/>
            <a:fld id="{017105BD-6D6F-49DB-9DE4-D4A6452D7E5F}" type="slidenum">
              <a:rPr lang="de-DE" altLang="zh-CN" noProof="0" smtClean="0"/>
              <a:t>15</a:t>
            </a:fld>
            <a:endParaRPr lang="de-DE" altLang="zh-CN" noProof="0"/>
          </a:p>
        </p:txBody>
      </p:sp>
    </p:spTree>
    <p:extLst>
      <p:ext uri="{BB962C8B-B14F-4D97-AF65-F5344CB8AC3E}">
        <p14:creationId xmlns:p14="http://schemas.microsoft.com/office/powerpoint/2010/main" val="241723186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685800" y="1143000"/>
            <a:ext cx="5486400" cy="3086100"/>
          </a:xfrm>
          <a:prstGeom prst="rect">
            <a:avLst/>
          </a:prstGeom>
        </p:spPr>
      </p:sp>
      <p:sp>
        <p:nvSpPr>
          <p:cNvPr id="3" name="Notizenplatzhalter 2"/>
          <p:cNvSpPr>
            <a:spLocks noGrp="1"/>
          </p:cNvSpPr>
          <p:nvPr>
            <p:ph type="body" idx="1"/>
          </p:nvPr>
        </p:nvSpPr>
        <p:spPr>
          <a:xfrm>
            <a:off x="685800" y="4400550"/>
            <a:ext cx="5486400" cy="3600450"/>
          </a:xfrm>
          <a:prstGeom prst="rect">
            <a:avLst/>
          </a:prstGeom>
        </p:spPr>
        <p:txBody>
          <a:bodyPr rtlCol="0"/>
          <a:lstStyle>
            <a:defPPr>
              <a:defRPr lang="de-DE"/>
            </a:defPPr>
          </a:lstStyle>
          <a:p>
            <a:pPr rtl="0"/>
            <a:endParaRPr lang="de-DE"/>
          </a:p>
        </p:txBody>
      </p:sp>
      <p:sp>
        <p:nvSpPr>
          <p:cNvPr id="4" name="Foliennummernplatzhalter 3"/>
          <p:cNvSpPr>
            <a:spLocks noGrp="1"/>
          </p:cNvSpPr>
          <p:nvPr>
            <p:ph type="sldNum" sz="quarter" idx="5"/>
          </p:nvPr>
        </p:nvSpPr>
        <p:spPr>
          <a:xfrm>
            <a:off x="3884613" y="8685213"/>
            <a:ext cx="2971800" cy="458787"/>
          </a:xfrm>
          <a:prstGeom prst="rect">
            <a:avLst/>
          </a:prstGeom>
        </p:spPr>
        <p:txBody>
          <a:bodyPr rtlCol="0"/>
          <a:lstStyle>
            <a:defPPr>
              <a:defRPr lang="de-DE"/>
            </a:defPPr>
          </a:lstStyle>
          <a:p>
            <a:pPr rtl="0"/>
            <a:fld id="{017105BD-6D6F-49DB-9DE4-D4A6452D7E5F}" type="slidenum">
              <a:rPr lang="de-DE" altLang="zh-CN" smtClean="0"/>
              <a:t>16</a:t>
            </a:fld>
            <a:endParaRPr lang="de-DE" altLang="zh-CN"/>
          </a:p>
        </p:txBody>
      </p:sp>
    </p:spTree>
    <p:extLst>
      <p:ext uri="{BB962C8B-B14F-4D97-AF65-F5344CB8AC3E}">
        <p14:creationId xmlns:p14="http://schemas.microsoft.com/office/powerpoint/2010/main" val="288090610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685800" y="1143000"/>
            <a:ext cx="5486400" cy="3086100"/>
          </a:xfrm>
          <a:prstGeom prst="rect">
            <a:avLst/>
          </a:prstGeom>
        </p:spPr>
      </p:sp>
      <p:sp>
        <p:nvSpPr>
          <p:cNvPr id="3" name="Notizenplatzhalter 2"/>
          <p:cNvSpPr>
            <a:spLocks noGrp="1"/>
          </p:cNvSpPr>
          <p:nvPr>
            <p:ph type="body" idx="1"/>
          </p:nvPr>
        </p:nvSpPr>
        <p:spPr>
          <a:xfrm>
            <a:off x="685800" y="4400550"/>
            <a:ext cx="5486400" cy="3600450"/>
          </a:xfrm>
          <a:prstGeom prst="rect">
            <a:avLst/>
          </a:prstGeom>
        </p:spPr>
        <p:txBody>
          <a:bodyPr rtlCol="0"/>
          <a:lstStyle>
            <a:defPPr>
              <a:defRPr lang="de-DE"/>
            </a:defPPr>
          </a:lstStyle>
          <a:p>
            <a:pPr rtl="0"/>
            <a:endParaRPr lang="de-DE"/>
          </a:p>
        </p:txBody>
      </p:sp>
      <p:sp>
        <p:nvSpPr>
          <p:cNvPr id="4" name="Foliennummernplatzhalter 3"/>
          <p:cNvSpPr>
            <a:spLocks noGrp="1"/>
          </p:cNvSpPr>
          <p:nvPr>
            <p:ph type="sldNum" sz="quarter" idx="5"/>
          </p:nvPr>
        </p:nvSpPr>
        <p:spPr>
          <a:xfrm>
            <a:off x="3884613" y="8685213"/>
            <a:ext cx="2971800" cy="458787"/>
          </a:xfrm>
          <a:prstGeom prst="rect">
            <a:avLst/>
          </a:prstGeom>
        </p:spPr>
        <p:txBody>
          <a:bodyPr rtlCol="0"/>
          <a:lstStyle>
            <a:defPPr>
              <a:defRPr lang="de-DE"/>
            </a:defPPr>
          </a:lstStyle>
          <a:p>
            <a:pPr rtl="0"/>
            <a:fld id="{017105BD-6D6F-49DB-9DE4-D4A6452D7E5F}" type="slidenum">
              <a:rPr lang="de-DE" altLang="zh-CN" noProof="0" smtClean="0"/>
              <a:t>17</a:t>
            </a:fld>
            <a:endParaRPr lang="de-DE" altLang="zh-CN" noProof="0"/>
          </a:p>
        </p:txBody>
      </p:sp>
    </p:spTree>
    <p:extLst>
      <p:ext uri="{BB962C8B-B14F-4D97-AF65-F5344CB8AC3E}">
        <p14:creationId xmlns:p14="http://schemas.microsoft.com/office/powerpoint/2010/main" val="327172477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685800" y="1143000"/>
            <a:ext cx="5486400" cy="3086100"/>
          </a:xfrm>
          <a:prstGeom prst="rect">
            <a:avLst/>
          </a:prstGeom>
        </p:spPr>
      </p:sp>
      <p:sp>
        <p:nvSpPr>
          <p:cNvPr id="3" name="Notizenplatzhalter 2"/>
          <p:cNvSpPr>
            <a:spLocks noGrp="1"/>
          </p:cNvSpPr>
          <p:nvPr>
            <p:ph type="body" idx="1"/>
          </p:nvPr>
        </p:nvSpPr>
        <p:spPr>
          <a:xfrm>
            <a:off x="685800" y="4400550"/>
            <a:ext cx="5486400" cy="3600450"/>
          </a:xfrm>
          <a:prstGeom prst="rect">
            <a:avLst/>
          </a:prstGeom>
        </p:spPr>
        <p:txBody>
          <a:bodyPr rtlCol="0"/>
          <a:lstStyle>
            <a:defPPr>
              <a:defRPr lang="de-DE"/>
            </a:defPPr>
          </a:lstStyle>
          <a:p>
            <a:pPr rtl="0"/>
            <a:endParaRPr lang="de-DE"/>
          </a:p>
        </p:txBody>
      </p:sp>
      <p:sp>
        <p:nvSpPr>
          <p:cNvPr id="4" name="Foliennummernplatzhalter 3"/>
          <p:cNvSpPr>
            <a:spLocks noGrp="1"/>
          </p:cNvSpPr>
          <p:nvPr>
            <p:ph type="sldNum" sz="quarter" idx="5"/>
          </p:nvPr>
        </p:nvSpPr>
        <p:spPr>
          <a:xfrm>
            <a:off x="3884613" y="8685213"/>
            <a:ext cx="2971800" cy="458787"/>
          </a:xfrm>
          <a:prstGeom prst="rect">
            <a:avLst/>
          </a:prstGeom>
        </p:spPr>
        <p:txBody>
          <a:bodyPr rtlCol="0"/>
          <a:lstStyle>
            <a:defPPr>
              <a:defRPr lang="de-DE"/>
            </a:defPPr>
          </a:lstStyle>
          <a:p>
            <a:pPr rtl="0"/>
            <a:fld id="{017105BD-6D6F-49DB-9DE4-D4A6452D7E5F}" type="slidenum">
              <a:rPr lang="de-DE" altLang="zh-CN" noProof="0" smtClean="0"/>
              <a:t>18</a:t>
            </a:fld>
            <a:endParaRPr lang="de-DE" altLang="zh-CN" noProof="0"/>
          </a:p>
        </p:txBody>
      </p:sp>
    </p:spTree>
    <p:extLst>
      <p:ext uri="{BB962C8B-B14F-4D97-AF65-F5344CB8AC3E}">
        <p14:creationId xmlns:p14="http://schemas.microsoft.com/office/powerpoint/2010/main" val="313588766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685800" y="1143000"/>
            <a:ext cx="5486400" cy="3086100"/>
          </a:xfrm>
          <a:prstGeom prst="rect">
            <a:avLst/>
          </a:prstGeom>
        </p:spPr>
      </p:sp>
      <p:sp>
        <p:nvSpPr>
          <p:cNvPr id="3" name="Notizenplatzhalter 2"/>
          <p:cNvSpPr>
            <a:spLocks noGrp="1"/>
          </p:cNvSpPr>
          <p:nvPr>
            <p:ph type="body" idx="1"/>
          </p:nvPr>
        </p:nvSpPr>
        <p:spPr>
          <a:xfrm>
            <a:off x="685800" y="4400550"/>
            <a:ext cx="5486400" cy="3600450"/>
          </a:xfrm>
          <a:prstGeom prst="rect">
            <a:avLst/>
          </a:prstGeom>
        </p:spPr>
        <p:txBody>
          <a:bodyPr rtlCol="0"/>
          <a:lstStyle>
            <a:defPPr>
              <a:defRPr lang="de-DE"/>
            </a:defPPr>
          </a:lstStyle>
          <a:p>
            <a:pPr rtl="0"/>
            <a:endParaRPr lang="de-DE"/>
          </a:p>
        </p:txBody>
      </p:sp>
      <p:sp>
        <p:nvSpPr>
          <p:cNvPr id="4" name="Foliennummernplatzhalter 3"/>
          <p:cNvSpPr>
            <a:spLocks noGrp="1"/>
          </p:cNvSpPr>
          <p:nvPr>
            <p:ph type="sldNum" sz="quarter" idx="5"/>
          </p:nvPr>
        </p:nvSpPr>
        <p:spPr>
          <a:xfrm>
            <a:off x="3884613" y="8685213"/>
            <a:ext cx="2971800" cy="458787"/>
          </a:xfrm>
          <a:prstGeom prst="rect">
            <a:avLst/>
          </a:prstGeom>
        </p:spPr>
        <p:txBody>
          <a:bodyPr rtlCol="0"/>
          <a:lstStyle>
            <a:defPPr>
              <a:defRPr lang="de-DE"/>
            </a:defPPr>
          </a:lstStyle>
          <a:p>
            <a:pPr rtl="0"/>
            <a:fld id="{017105BD-6D6F-49DB-9DE4-D4A6452D7E5F}" type="slidenum">
              <a:rPr lang="de-DE" altLang="zh-CN" noProof="0" smtClean="0"/>
              <a:t>19</a:t>
            </a:fld>
            <a:endParaRPr lang="de-DE" altLang="zh-CN" noProof="0"/>
          </a:p>
        </p:txBody>
      </p:sp>
    </p:spTree>
    <p:extLst>
      <p:ext uri="{BB962C8B-B14F-4D97-AF65-F5344CB8AC3E}">
        <p14:creationId xmlns:p14="http://schemas.microsoft.com/office/powerpoint/2010/main" val="395417503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685800" y="1143000"/>
            <a:ext cx="5486400" cy="3086100"/>
          </a:xfrm>
          <a:prstGeom prst="rect">
            <a:avLst/>
          </a:prstGeom>
        </p:spPr>
      </p:sp>
      <p:sp>
        <p:nvSpPr>
          <p:cNvPr id="3" name="Notizenplatzhalter 2"/>
          <p:cNvSpPr>
            <a:spLocks noGrp="1"/>
          </p:cNvSpPr>
          <p:nvPr>
            <p:ph type="body" idx="1"/>
          </p:nvPr>
        </p:nvSpPr>
        <p:spPr>
          <a:xfrm>
            <a:off x="685800" y="4400550"/>
            <a:ext cx="5486400" cy="3600450"/>
          </a:xfrm>
          <a:prstGeom prst="rect">
            <a:avLst/>
          </a:prstGeom>
        </p:spPr>
        <p:txBody>
          <a:bodyPr rtlCol="0"/>
          <a:lstStyle>
            <a:defPPr>
              <a:defRPr lang="de-DE"/>
            </a:defPPr>
          </a:lstStyle>
          <a:p>
            <a:pPr rtl="0"/>
            <a:endParaRPr lang="de-DE"/>
          </a:p>
        </p:txBody>
      </p:sp>
      <p:sp>
        <p:nvSpPr>
          <p:cNvPr id="4" name="Foliennummernplatzhalter 3"/>
          <p:cNvSpPr>
            <a:spLocks noGrp="1"/>
          </p:cNvSpPr>
          <p:nvPr>
            <p:ph type="sldNum" sz="quarter" idx="5"/>
          </p:nvPr>
        </p:nvSpPr>
        <p:spPr>
          <a:xfrm>
            <a:off x="3884613" y="8685213"/>
            <a:ext cx="2971800" cy="458787"/>
          </a:xfrm>
          <a:prstGeom prst="rect">
            <a:avLst/>
          </a:prstGeom>
        </p:spPr>
        <p:txBody>
          <a:bodyPr rtlCol="0"/>
          <a:lstStyle>
            <a:defPPr>
              <a:defRPr lang="de-DE"/>
            </a:defPPr>
          </a:lstStyle>
          <a:p>
            <a:pPr rtl="0"/>
            <a:fld id="{017105BD-6D6F-49DB-9DE4-D4A6452D7E5F}" type="slidenum">
              <a:rPr lang="de-DE" altLang="zh-CN" smtClean="0"/>
              <a:t>20</a:t>
            </a:fld>
            <a:endParaRPr lang="de-DE" altLang="zh-CN"/>
          </a:p>
        </p:txBody>
      </p:sp>
    </p:spTree>
    <p:extLst>
      <p:ext uri="{BB962C8B-B14F-4D97-AF65-F5344CB8AC3E}">
        <p14:creationId xmlns:p14="http://schemas.microsoft.com/office/powerpoint/2010/main" val="242433143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685800" y="1143000"/>
            <a:ext cx="5486400" cy="3086100"/>
          </a:xfrm>
          <a:prstGeom prst="rect">
            <a:avLst/>
          </a:prstGeom>
        </p:spPr>
      </p:sp>
      <p:sp>
        <p:nvSpPr>
          <p:cNvPr id="3" name="Notizenplatzhalter 2"/>
          <p:cNvSpPr>
            <a:spLocks noGrp="1"/>
          </p:cNvSpPr>
          <p:nvPr>
            <p:ph type="body" idx="1"/>
          </p:nvPr>
        </p:nvSpPr>
        <p:spPr>
          <a:xfrm>
            <a:off x="685800" y="4400550"/>
            <a:ext cx="5486400" cy="3600450"/>
          </a:xfrm>
          <a:prstGeom prst="rect">
            <a:avLst/>
          </a:prstGeom>
        </p:spPr>
        <p:txBody>
          <a:bodyPr rtlCol="0"/>
          <a:lstStyle>
            <a:defPPr>
              <a:defRPr lang="de-DE"/>
            </a:defPPr>
          </a:lstStyle>
          <a:p>
            <a:pPr rtl="0"/>
            <a:endParaRPr lang="de-DE"/>
          </a:p>
        </p:txBody>
      </p:sp>
      <p:sp>
        <p:nvSpPr>
          <p:cNvPr id="4" name="Foliennummernplatzhalter 3"/>
          <p:cNvSpPr>
            <a:spLocks noGrp="1"/>
          </p:cNvSpPr>
          <p:nvPr>
            <p:ph type="sldNum" sz="quarter" idx="5"/>
          </p:nvPr>
        </p:nvSpPr>
        <p:spPr>
          <a:xfrm>
            <a:off x="3884613" y="8685213"/>
            <a:ext cx="2971800" cy="458787"/>
          </a:xfrm>
          <a:prstGeom prst="rect">
            <a:avLst/>
          </a:prstGeom>
        </p:spPr>
        <p:txBody>
          <a:bodyPr rtlCol="0"/>
          <a:lstStyle>
            <a:defPPr>
              <a:defRPr lang="de-DE"/>
            </a:defPPr>
          </a:lstStyle>
          <a:p>
            <a:pPr rtl="0"/>
            <a:fld id="{017105BD-6D6F-49DB-9DE4-D4A6452D7E5F}" type="slidenum">
              <a:rPr lang="de-DE" altLang="zh-CN" noProof="0" smtClean="0"/>
              <a:t>21</a:t>
            </a:fld>
            <a:endParaRPr lang="de-DE" altLang="zh-CN" noProof="0"/>
          </a:p>
        </p:txBody>
      </p:sp>
    </p:spTree>
    <p:extLst>
      <p:ext uri="{BB962C8B-B14F-4D97-AF65-F5344CB8AC3E}">
        <p14:creationId xmlns:p14="http://schemas.microsoft.com/office/powerpoint/2010/main" val="407446250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685800" y="1143000"/>
            <a:ext cx="5486400" cy="3086100"/>
          </a:xfrm>
          <a:prstGeom prst="rect">
            <a:avLst/>
          </a:prstGeom>
        </p:spPr>
      </p:sp>
      <p:sp>
        <p:nvSpPr>
          <p:cNvPr id="3" name="Notizenplatzhalter 2"/>
          <p:cNvSpPr>
            <a:spLocks noGrp="1"/>
          </p:cNvSpPr>
          <p:nvPr>
            <p:ph type="body" idx="1"/>
          </p:nvPr>
        </p:nvSpPr>
        <p:spPr>
          <a:xfrm>
            <a:off x="685800" y="4400550"/>
            <a:ext cx="5486400" cy="3600450"/>
          </a:xfrm>
          <a:prstGeom prst="rect">
            <a:avLst/>
          </a:prstGeom>
        </p:spPr>
        <p:txBody>
          <a:bodyPr rtlCol="0"/>
          <a:lstStyle>
            <a:defPPr>
              <a:defRPr lang="de-DE"/>
            </a:defPPr>
          </a:lstStyle>
          <a:p>
            <a:pPr rtl="0"/>
            <a:endParaRPr lang="de-DE"/>
          </a:p>
        </p:txBody>
      </p:sp>
      <p:sp>
        <p:nvSpPr>
          <p:cNvPr id="4" name="Foliennummernplatzhalter 3"/>
          <p:cNvSpPr>
            <a:spLocks noGrp="1"/>
          </p:cNvSpPr>
          <p:nvPr>
            <p:ph type="sldNum" sz="quarter" idx="5"/>
          </p:nvPr>
        </p:nvSpPr>
        <p:spPr>
          <a:xfrm>
            <a:off x="3884613" y="8685213"/>
            <a:ext cx="2971800" cy="458787"/>
          </a:xfrm>
          <a:prstGeom prst="rect">
            <a:avLst/>
          </a:prstGeom>
        </p:spPr>
        <p:txBody>
          <a:bodyPr rtlCol="0"/>
          <a:lstStyle>
            <a:defPPr>
              <a:defRPr lang="de-DE"/>
            </a:defPPr>
          </a:lstStyle>
          <a:p>
            <a:pPr rtl="0"/>
            <a:fld id="{017105BD-6D6F-49DB-9DE4-D4A6452D7E5F}" type="slidenum">
              <a:rPr lang="de-DE" altLang="zh-CN" noProof="0" smtClean="0"/>
              <a:t>22</a:t>
            </a:fld>
            <a:endParaRPr lang="de-DE" altLang="zh-CN" noProof="0"/>
          </a:p>
        </p:txBody>
      </p:sp>
    </p:spTree>
    <p:extLst>
      <p:ext uri="{BB962C8B-B14F-4D97-AF65-F5344CB8AC3E}">
        <p14:creationId xmlns:p14="http://schemas.microsoft.com/office/powerpoint/2010/main" val="14169090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folie mit Bi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7EC2501B-DEA6-190E-3633-E32F635B7CE1}"/>
              </a:ext>
            </a:extLst>
          </p:cNvPr>
          <p:cNvSpPr>
            <a:spLocks noGrp="1"/>
          </p:cNvSpPr>
          <p:nvPr>
            <p:ph type="title"/>
          </p:nvPr>
        </p:nvSpPr>
        <p:spPr>
          <a:xfrm>
            <a:off x="1484764" y="1986926"/>
            <a:ext cx="5257793" cy="2057441"/>
          </a:xfrm>
        </p:spPr>
        <p:txBody>
          <a:bodyPr rtlCol="0">
            <a:noAutofit/>
          </a:bodyPr>
          <a:lstStyle>
            <a:defPPr>
              <a:defRPr lang="de-DE"/>
            </a:defPPr>
          </a:lstStyle>
          <a:p>
            <a:pPr rtl="0"/>
            <a:r>
              <a:rPr lang="de-DE" noProof="0"/>
              <a:t>Mastertitelformat bearbeiten</a:t>
            </a:r>
          </a:p>
        </p:txBody>
      </p:sp>
      <p:cxnSp>
        <p:nvCxnSpPr>
          <p:cNvPr id="24" name="Gerader Verbinder 2">
            <a:extLst>
              <a:ext uri="{FF2B5EF4-FFF2-40B4-BE49-F238E27FC236}">
                <a16:creationId xmlns:a16="http://schemas.microsoft.com/office/drawing/2014/main" id="{F1FCCFDB-D985-4322-AC87-F69214893708}"/>
              </a:ext>
            </a:extLst>
          </p:cNvPr>
          <p:cNvCxnSpPr/>
          <p:nvPr userDrawn="1"/>
        </p:nvCxnSpPr>
        <p:spPr>
          <a:xfrm>
            <a:off x="1509005" y="4172084"/>
            <a:ext cx="0" cy="760288"/>
          </a:xfrm>
          <a:prstGeom prst="line">
            <a:avLst/>
          </a:prstGeom>
          <a:noFill/>
          <a:ln w="19050" cap="flat" cmpd="sng" algn="ctr">
            <a:solidFill>
              <a:srgbClr val="D84400"/>
            </a:solidFill>
            <a:prstDash val="solid"/>
            <a:miter lim="800000"/>
          </a:ln>
          <a:effectLst/>
        </p:spPr>
      </p:cxnSp>
      <p:sp>
        <p:nvSpPr>
          <p:cNvPr id="27" name="Inhaltsplatzhalter 47" descr="Klicken Sie, um ein Bild hinzuzufügen.">
            <a:extLst>
              <a:ext uri="{FF2B5EF4-FFF2-40B4-BE49-F238E27FC236}">
                <a16:creationId xmlns:a16="http://schemas.microsoft.com/office/drawing/2014/main" id="{EA8265B5-83C5-4AE9-88AB-3F2443B57F00}"/>
              </a:ext>
            </a:extLst>
          </p:cNvPr>
          <p:cNvSpPr>
            <a:spLocks noGrp="1"/>
          </p:cNvSpPr>
          <p:nvPr>
            <p:ph type="body" sz="quarter" idx="28" hasCustomPrompt="1"/>
          </p:nvPr>
        </p:nvSpPr>
        <p:spPr>
          <a:xfrm>
            <a:off x="1601366" y="4172084"/>
            <a:ext cx="1570612" cy="760288"/>
          </a:xfrm>
          <a:prstGeom prst="rect">
            <a:avLst/>
          </a:prstGeom>
        </p:spPr>
        <p:txBody>
          <a:bodyPr rtlCol="0">
            <a:noAutofit/>
          </a:bodyPr>
          <a:lstStyle>
            <a:lvl1pPr marL="0" indent="0">
              <a:lnSpc>
                <a:spcPct val="100000"/>
              </a:lnSpc>
              <a:buNone/>
              <a:defRPr lang="de-DE" sz="1800" b="0">
                <a:solidFill>
                  <a:schemeClr val="bg1"/>
                </a:solidFill>
              </a:defRPr>
            </a:lvl1pPr>
            <a:lvl2pPr>
              <a:defRPr lang="de-DE" sz="1000"/>
            </a:lvl2pPr>
            <a:lvl3pPr>
              <a:defRPr lang="de-DE" sz="900"/>
            </a:lvl3pPr>
            <a:lvl4pPr>
              <a:defRPr lang="de-DE" sz="800"/>
            </a:lvl4pPr>
            <a:lvl5pPr>
              <a:defRPr lang="de-DE" sz="800"/>
            </a:lvl5pPr>
          </a:lstStyle>
          <a:p>
            <a:pPr lvl="0" rtl="0"/>
            <a:r>
              <a:rPr lang="de-DE" noProof="0"/>
              <a:t>Titelmasterformat durch Klicken bearbeiten </a:t>
            </a:r>
          </a:p>
        </p:txBody>
      </p:sp>
      <p:sp>
        <p:nvSpPr>
          <p:cNvPr id="47" name="Inhaltsplatzhalter 47">
            <a:extLst>
              <a:ext uri="{FF2B5EF4-FFF2-40B4-BE49-F238E27FC236}">
                <a16:creationId xmlns:a16="http://schemas.microsoft.com/office/drawing/2014/main" id="{0FFAAB58-ABE4-41AC-B94E-432936CE0301}"/>
              </a:ext>
            </a:extLst>
          </p:cNvPr>
          <p:cNvSpPr>
            <a:spLocks noGrp="1"/>
          </p:cNvSpPr>
          <p:nvPr>
            <p:ph type="pic" sz="quarter" idx="47" hasCustomPrompt="1"/>
          </p:nvPr>
        </p:nvSpPr>
        <p:spPr>
          <a:xfrm>
            <a:off x="6742557" y="821836"/>
            <a:ext cx="4405503" cy="5066346"/>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rtlCol="0" anchor="ctr">
            <a:noAutofit/>
          </a:bodyPr>
          <a:lstStyle>
            <a:lvl1pPr marL="0" indent="0" algn="ctr">
              <a:buNone/>
              <a:defRPr lang="de-DE">
                <a:solidFill>
                  <a:schemeClr val="bg1"/>
                </a:solidFill>
              </a:defRPr>
            </a:lvl1pPr>
          </a:lstStyle>
          <a:p>
            <a:pPr rtl="0"/>
            <a:r>
              <a:rPr lang="de-DE" noProof="0"/>
              <a:t>Klicken Sie auf das Symbol, um ein Bild hinzuzufügen≈≈</a:t>
            </a:r>
          </a:p>
        </p:txBody>
      </p:sp>
      <p:sp>
        <p:nvSpPr>
          <p:cNvPr id="9" name="Freihandform: Form 11">
            <a:extLst>
              <a:ext uri="{FF2B5EF4-FFF2-40B4-BE49-F238E27FC236}">
                <a16:creationId xmlns:a16="http://schemas.microsoft.com/office/drawing/2014/main" id="{9ECA281C-F2CB-AE9D-DCD6-F94D3FEE2E67}"/>
              </a:ext>
            </a:extLst>
          </p:cNvPr>
          <p:cNvSpPr/>
          <p:nvPr userDrawn="1"/>
        </p:nvSpPr>
        <p:spPr>
          <a:xfrm>
            <a:off x="7441324" y="5568778"/>
            <a:ext cx="829927" cy="949454"/>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2"/>
          </a:solidFill>
          <a:ln w="12700" cap="flat" cmpd="sng" algn="ctr">
            <a:noFill/>
            <a:prstDash val="solid"/>
            <a:miter lim="800000"/>
          </a:ln>
          <a:effectLst/>
        </p:spPr>
        <p:txBody>
          <a:bodyPr rtlCol="0" anchor="ctr">
            <a:noAutofit/>
          </a:bodyPr>
          <a:lstStyle>
            <a:defPPr>
              <a:defRPr lang="de-DE"/>
            </a:defPPr>
          </a:lstStyle>
          <a:p>
            <a:pPr marL="0" marR="0" lvl="0" indent="0" algn="ctr" defTabSz="914400" rtl="0" eaLnBrk="1" fontAlgn="auto" latinLnBrk="0" hangingPunct="1">
              <a:lnSpc>
                <a:spcPct val="100000"/>
              </a:lnSpc>
              <a:spcBef>
                <a:spcPts val="0"/>
              </a:spcBef>
              <a:spcAft>
                <a:spcPts val="0"/>
              </a:spcAft>
              <a:buClrTx/>
              <a:buSzTx/>
              <a:buFontTx/>
              <a:buNone/>
              <a:tabLst/>
              <a:defRPr lang="de-DE"/>
            </a:pPr>
            <a:endParaRPr kumimoji="0" lang="de-DE" sz="1800" b="0" i="0" u="none" strike="noStrike" kern="0" cap="none" spc="0" normalizeH="0" baseline="0" noProof="0">
              <a:ln>
                <a:noFill/>
              </a:ln>
              <a:solidFill>
                <a:prstClr val="white"/>
              </a:solidFill>
              <a:effectLst/>
              <a:uLnTx/>
              <a:uFillTx/>
              <a:latin typeface="Posterama Text SemiBold"/>
              <a:ea typeface="+mn-ea"/>
              <a:cs typeface="+mn-cs"/>
            </a:endParaRPr>
          </a:p>
        </p:txBody>
      </p:sp>
    </p:spTree>
    <p:extLst>
      <p:ext uri="{BB962C8B-B14F-4D97-AF65-F5344CB8AC3E}">
        <p14:creationId xmlns:p14="http://schemas.microsoft.com/office/powerpoint/2010/main" val="3496649517"/>
      </p:ext>
    </p:extLst>
  </p:cSld>
  <p:clrMapOvr>
    <a:masterClrMapping/>
  </p:clrMapOvr>
  <p:extLst>
    <p:ext uri="{DCECCB84-F9BA-43D5-87BE-67443E8EF086}">
      <p15:sldGuideLst xmlns:p15="http://schemas.microsoft.com/office/powerpoint/2012/main">
        <p15:guide id="1" pos="528">
          <p15:clr>
            <a:srgbClr val="FBAE40"/>
          </p15:clr>
        </p15:guide>
        <p15:guide id="2" orient="horz" pos="52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17" name="Titel 16">
            <a:extLst>
              <a:ext uri="{FF2B5EF4-FFF2-40B4-BE49-F238E27FC236}">
                <a16:creationId xmlns:a16="http://schemas.microsoft.com/office/drawing/2014/main" id="{5518B595-5A04-0768-52B1-73F11E4754EA}"/>
              </a:ext>
            </a:extLst>
          </p:cNvPr>
          <p:cNvSpPr>
            <a:spLocks noGrp="1"/>
          </p:cNvSpPr>
          <p:nvPr>
            <p:ph type="title"/>
          </p:nvPr>
        </p:nvSpPr>
        <p:spPr>
          <a:xfrm>
            <a:off x="512572" y="3435545"/>
            <a:ext cx="4253399" cy="1740114"/>
          </a:xfrm>
        </p:spPr>
        <p:txBody>
          <a:bodyPr rtlCol="0">
            <a:noAutofit/>
          </a:bodyPr>
          <a:lstStyle>
            <a:defPPr>
              <a:defRPr lang="de-DE"/>
            </a:defPPr>
          </a:lstStyle>
          <a:p>
            <a:pPr rtl="0"/>
            <a:r>
              <a:rPr lang="de-DE" noProof="0"/>
              <a:t>Mastertitelformat bearbeiten</a:t>
            </a:r>
          </a:p>
        </p:txBody>
      </p:sp>
      <p:sp>
        <p:nvSpPr>
          <p:cNvPr id="7" name="Freihandform: Form 4">
            <a:extLst>
              <a:ext uri="{FF2B5EF4-FFF2-40B4-BE49-F238E27FC236}">
                <a16:creationId xmlns:a16="http://schemas.microsoft.com/office/drawing/2014/main" id="{AE722AFD-22D7-4BD8-B055-3867C3800E16}"/>
              </a:ext>
            </a:extLst>
          </p:cNvPr>
          <p:cNvSpPr/>
          <p:nvPr userDrawn="1"/>
        </p:nvSpPr>
        <p:spPr>
          <a:xfrm>
            <a:off x="6282845" y="525294"/>
            <a:ext cx="1913128" cy="214008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de-DE"/>
            </a:defPPr>
          </a:lstStyle>
          <a:p>
            <a:pPr algn="ctr" rtl="0"/>
            <a:endParaRPr lang="de-DE" sz="1800" noProof="0"/>
          </a:p>
        </p:txBody>
      </p:sp>
      <p:sp>
        <p:nvSpPr>
          <p:cNvPr id="13" name="Freihandform: Form 12">
            <a:extLst>
              <a:ext uri="{FF2B5EF4-FFF2-40B4-BE49-F238E27FC236}">
                <a16:creationId xmlns:a16="http://schemas.microsoft.com/office/drawing/2014/main" id="{5D0355E4-3980-42A9-9376-74163520D39D}"/>
              </a:ext>
            </a:extLst>
          </p:cNvPr>
          <p:cNvSpPr/>
          <p:nvPr userDrawn="1"/>
        </p:nvSpPr>
        <p:spPr>
          <a:xfrm>
            <a:off x="8375472" y="496110"/>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de-DE"/>
            </a:defPPr>
          </a:lstStyle>
          <a:p>
            <a:pPr algn="ctr" rtl="0"/>
            <a:endParaRPr lang="de-DE" sz="1800" noProof="0"/>
          </a:p>
        </p:txBody>
      </p:sp>
      <p:sp>
        <p:nvSpPr>
          <p:cNvPr id="14" name="Freihandform: Form 13">
            <a:extLst>
              <a:ext uri="{FF2B5EF4-FFF2-40B4-BE49-F238E27FC236}">
                <a16:creationId xmlns:a16="http://schemas.microsoft.com/office/drawing/2014/main" id="{70174533-8C0E-4E82-A582-891A0555FA1F}"/>
              </a:ext>
            </a:extLst>
          </p:cNvPr>
          <p:cNvSpPr/>
          <p:nvPr userDrawn="1"/>
        </p:nvSpPr>
        <p:spPr>
          <a:xfrm>
            <a:off x="7328126" y="2310315"/>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de-DE"/>
            </a:defPPr>
          </a:lstStyle>
          <a:p>
            <a:pPr algn="ctr" rtl="0"/>
            <a:endParaRPr lang="de-DE" sz="1800" noProof="0"/>
          </a:p>
        </p:txBody>
      </p:sp>
      <p:sp>
        <p:nvSpPr>
          <p:cNvPr id="15" name="Freihandform: Form 14">
            <a:extLst>
              <a:ext uri="{FF2B5EF4-FFF2-40B4-BE49-F238E27FC236}">
                <a16:creationId xmlns:a16="http://schemas.microsoft.com/office/drawing/2014/main" id="{071E3938-A754-4D49-B509-249EE9BD83AB}"/>
              </a:ext>
            </a:extLst>
          </p:cNvPr>
          <p:cNvSpPr/>
          <p:nvPr userDrawn="1"/>
        </p:nvSpPr>
        <p:spPr>
          <a:xfrm>
            <a:off x="8375472" y="4095335"/>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de-DE"/>
            </a:defPPr>
          </a:lstStyle>
          <a:p>
            <a:pPr algn="ctr" rtl="0"/>
            <a:endParaRPr lang="de-DE" noProof="0"/>
          </a:p>
        </p:txBody>
      </p:sp>
      <p:sp>
        <p:nvSpPr>
          <p:cNvPr id="16" name="Freihandform: Form 15">
            <a:extLst>
              <a:ext uri="{FF2B5EF4-FFF2-40B4-BE49-F238E27FC236}">
                <a16:creationId xmlns:a16="http://schemas.microsoft.com/office/drawing/2014/main" id="{B9D430ED-A815-4274-966C-8192C4230569}"/>
              </a:ext>
            </a:extLst>
          </p:cNvPr>
          <p:cNvSpPr/>
          <p:nvPr userDrawn="1"/>
        </p:nvSpPr>
        <p:spPr>
          <a:xfrm>
            <a:off x="9403474" y="2310314"/>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de-DE"/>
            </a:defPPr>
          </a:lstStyle>
          <a:p>
            <a:pPr algn="ctr" rtl="0"/>
            <a:endParaRPr lang="de-DE" sz="1800" noProof="0"/>
          </a:p>
        </p:txBody>
      </p:sp>
      <p:sp>
        <p:nvSpPr>
          <p:cNvPr id="24" name="Inhaltsplatzhalter 47" descr="Klicken Sie, um ein Bild hinzuzufügen.">
            <a:extLst>
              <a:ext uri="{FF2B5EF4-FFF2-40B4-BE49-F238E27FC236}">
                <a16:creationId xmlns:a16="http://schemas.microsoft.com/office/drawing/2014/main" id="{5414CF94-2913-4AE7-AAC3-3D61FE742888}"/>
              </a:ext>
            </a:extLst>
          </p:cNvPr>
          <p:cNvSpPr>
            <a:spLocks noGrp="1"/>
          </p:cNvSpPr>
          <p:nvPr>
            <p:ph type="body" sz="quarter" idx="28" hasCustomPrompt="1"/>
          </p:nvPr>
        </p:nvSpPr>
        <p:spPr>
          <a:xfrm>
            <a:off x="6274027" y="1076241"/>
            <a:ext cx="1913128" cy="1054727"/>
          </a:xfrm>
          <a:prstGeom prst="rect">
            <a:avLst/>
          </a:prstGeom>
        </p:spPr>
        <p:txBody>
          <a:bodyPr rtlCol="0" anchor="ctr">
            <a:noAutofit/>
          </a:bodyPr>
          <a:lstStyle>
            <a:lvl1pPr marL="0" indent="0" algn="ctr">
              <a:lnSpc>
                <a:spcPct val="100000"/>
              </a:lnSpc>
              <a:buNone/>
              <a:defRPr lang="de-DE" sz="1800" b="0" i="0">
                <a:solidFill>
                  <a:schemeClr val="bg1"/>
                </a:solidFill>
                <a:latin typeface="Abadi" panose="020B0604020104020204" pitchFamily="34" charset="0"/>
              </a:defRPr>
            </a:lvl1pPr>
            <a:lvl2pPr>
              <a:defRPr lang="de-DE" sz="1000"/>
            </a:lvl2pPr>
            <a:lvl3pPr>
              <a:defRPr lang="de-DE" sz="900"/>
            </a:lvl3pPr>
            <a:lvl4pPr>
              <a:defRPr lang="de-DE" sz="800"/>
            </a:lvl4pPr>
            <a:lvl5pPr>
              <a:defRPr lang="de-DE" sz="800"/>
            </a:lvl5pPr>
          </a:lstStyle>
          <a:p>
            <a:pPr lvl="0" rtl="0"/>
            <a:r>
              <a:rPr lang="de-DE" noProof="0"/>
              <a:t>Titelmasterformat durch Klicken bearbeiten </a:t>
            </a:r>
          </a:p>
        </p:txBody>
      </p:sp>
      <p:sp>
        <p:nvSpPr>
          <p:cNvPr id="26" name="Inhaltsplatzhalter 47" descr="Klicken Sie, um ein Bild hinzuzufügen.">
            <a:extLst>
              <a:ext uri="{FF2B5EF4-FFF2-40B4-BE49-F238E27FC236}">
                <a16:creationId xmlns:a16="http://schemas.microsoft.com/office/drawing/2014/main" id="{3CE3485A-395E-4C5F-A00F-D230FF7CFB93}"/>
              </a:ext>
            </a:extLst>
          </p:cNvPr>
          <p:cNvSpPr>
            <a:spLocks noGrp="1"/>
          </p:cNvSpPr>
          <p:nvPr>
            <p:ph type="body" sz="quarter" idx="29" hasCustomPrompt="1"/>
          </p:nvPr>
        </p:nvSpPr>
        <p:spPr>
          <a:xfrm>
            <a:off x="8375472" y="1076241"/>
            <a:ext cx="1904890" cy="1054728"/>
          </a:xfrm>
          <a:prstGeom prst="rect">
            <a:avLst/>
          </a:prstGeom>
        </p:spPr>
        <p:txBody>
          <a:bodyPr rtlCol="0" anchor="ctr">
            <a:noAutofit/>
          </a:bodyPr>
          <a:lstStyle>
            <a:lvl1pPr marL="0" indent="0" algn="ctr">
              <a:lnSpc>
                <a:spcPct val="113000"/>
              </a:lnSpc>
              <a:buNone/>
              <a:defRPr lang="de-DE" sz="1800" b="0" i="0">
                <a:solidFill>
                  <a:schemeClr val="bg1"/>
                </a:solidFill>
                <a:latin typeface="Abadi" panose="020B0604020104020204" pitchFamily="34" charset="0"/>
              </a:defRPr>
            </a:lvl1pPr>
            <a:lvl2pPr>
              <a:defRPr lang="de-DE" sz="1000"/>
            </a:lvl2pPr>
            <a:lvl3pPr>
              <a:defRPr lang="de-DE" sz="900"/>
            </a:lvl3pPr>
            <a:lvl4pPr>
              <a:defRPr lang="de-DE" sz="800"/>
            </a:lvl4pPr>
            <a:lvl5pPr>
              <a:defRPr lang="de-DE" sz="800"/>
            </a:lvl5pPr>
          </a:lstStyle>
          <a:p>
            <a:pPr lvl="0" rtl="0"/>
            <a:r>
              <a:rPr lang="de-DE" noProof="0"/>
              <a:t>Hier klicken, um den Master-Titelstil zu bearbeiten </a:t>
            </a:r>
          </a:p>
        </p:txBody>
      </p:sp>
      <p:sp>
        <p:nvSpPr>
          <p:cNvPr id="33" name="Inhaltsplatzhalter 47" descr="Klicken Sie, um ein Bild hinzuzufügen.">
            <a:extLst>
              <a:ext uri="{FF2B5EF4-FFF2-40B4-BE49-F238E27FC236}">
                <a16:creationId xmlns:a16="http://schemas.microsoft.com/office/drawing/2014/main" id="{6A8DFBFF-5B07-49C6-ADB8-341FCD1E7531}"/>
              </a:ext>
            </a:extLst>
          </p:cNvPr>
          <p:cNvSpPr>
            <a:spLocks noGrp="1"/>
          </p:cNvSpPr>
          <p:nvPr>
            <p:ph type="body" sz="quarter" idx="30" hasCustomPrompt="1"/>
          </p:nvPr>
        </p:nvSpPr>
        <p:spPr>
          <a:xfrm>
            <a:off x="7321949" y="2844725"/>
            <a:ext cx="1914694" cy="1089194"/>
          </a:xfrm>
          <a:prstGeom prst="rect">
            <a:avLst/>
          </a:prstGeom>
        </p:spPr>
        <p:txBody>
          <a:bodyPr rtlCol="0" anchor="ctr">
            <a:noAutofit/>
          </a:bodyPr>
          <a:lstStyle>
            <a:lvl1pPr marL="0" indent="0" algn="ctr">
              <a:lnSpc>
                <a:spcPct val="113000"/>
              </a:lnSpc>
              <a:buNone/>
              <a:defRPr lang="de-DE" sz="1800" b="0" i="0">
                <a:solidFill>
                  <a:schemeClr val="bg1"/>
                </a:solidFill>
                <a:latin typeface="Abadi" panose="020B0604020104020204" pitchFamily="34" charset="0"/>
              </a:defRPr>
            </a:lvl1pPr>
            <a:lvl2pPr>
              <a:defRPr lang="de-DE" sz="1000"/>
            </a:lvl2pPr>
            <a:lvl3pPr>
              <a:defRPr lang="de-DE" sz="900"/>
            </a:lvl3pPr>
            <a:lvl4pPr>
              <a:defRPr lang="de-DE" sz="800"/>
            </a:lvl4pPr>
            <a:lvl5pPr>
              <a:defRPr lang="de-DE" sz="800"/>
            </a:lvl5pPr>
          </a:lstStyle>
          <a:p>
            <a:pPr lvl="0" rtl="0"/>
            <a:r>
              <a:rPr lang="de-DE" noProof="0"/>
              <a:t>Titelmasterformat durch Klicken bearbeiten </a:t>
            </a:r>
          </a:p>
        </p:txBody>
      </p:sp>
      <p:sp>
        <p:nvSpPr>
          <p:cNvPr id="34" name="Inhaltsplatzhalter 47" descr="Klicken Sie, um ein Bild hinzuzufügen.">
            <a:extLst>
              <a:ext uri="{FF2B5EF4-FFF2-40B4-BE49-F238E27FC236}">
                <a16:creationId xmlns:a16="http://schemas.microsoft.com/office/drawing/2014/main" id="{1AC7F192-CFC3-470A-9467-330212C6F52D}"/>
              </a:ext>
            </a:extLst>
          </p:cNvPr>
          <p:cNvSpPr>
            <a:spLocks noGrp="1"/>
          </p:cNvSpPr>
          <p:nvPr>
            <p:ph type="body" sz="quarter" idx="31" hasCustomPrompt="1"/>
          </p:nvPr>
        </p:nvSpPr>
        <p:spPr>
          <a:xfrm>
            <a:off x="9409651" y="2826795"/>
            <a:ext cx="1913128" cy="1107124"/>
          </a:xfrm>
          <a:prstGeom prst="rect">
            <a:avLst/>
          </a:prstGeom>
        </p:spPr>
        <p:txBody>
          <a:bodyPr rtlCol="0" anchor="ctr">
            <a:noAutofit/>
          </a:bodyPr>
          <a:lstStyle>
            <a:lvl1pPr marL="0" indent="0" algn="ctr">
              <a:lnSpc>
                <a:spcPct val="113000"/>
              </a:lnSpc>
              <a:buNone/>
              <a:defRPr lang="de-DE" sz="1800" b="0" i="0">
                <a:solidFill>
                  <a:schemeClr val="bg1"/>
                </a:solidFill>
                <a:latin typeface="Abadi" panose="020B0604020104020204" pitchFamily="34" charset="0"/>
              </a:defRPr>
            </a:lvl1pPr>
            <a:lvl2pPr>
              <a:defRPr lang="de-DE" sz="1000"/>
            </a:lvl2pPr>
            <a:lvl3pPr>
              <a:defRPr lang="de-DE" sz="900"/>
            </a:lvl3pPr>
            <a:lvl4pPr>
              <a:defRPr lang="de-DE" sz="800"/>
            </a:lvl4pPr>
            <a:lvl5pPr>
              <a:defRPr lang="de-DE" sz="800"/>
            </a:lvl5pPr>
          </a:lstStyle>
          <a:p>
            <a:pPr lvl="0" rtl="0"/>
            <a:r>
              <a:rPr lang="de-DE" noProof="0"/>
              <a:t>Titelmasterformat durch Klicken bearbeiten </a:t>
            </a:r>
          </a:p>
        </p:txBody>
      </p:sp>
      <p:sp>
        <p:nvSpPr>
          <p:cNvPr id="35" name="Inhaltsplatzhalter 47" descr="Klicken Sie, um ein Bild hinzuzufügen.">
            <a:extLst>
              <a:ext uri="{FF2B5EF4-FFF2-40B4-BE49-F238E27FC236}">
                <a16:creationId xmlns:a16="http://schemas.microsoft.com/office/drawing/2014/main" id="{A5D53FF3-B0CD-4D31-9128-2D2E0E89F09C}"/>
              </a:ext>
            </a:extLst>
          </p:cNvPr>
          <p:cNvSpPr>
            <a:spLocks noGrp="1"/>
          </p:cNvSpPr>
          <p:nvPr>
            <p:ph type="body" sz="quarter" idx="32" hasCustomPrompt="1"/>
          </p:nvPr>
        </p:nvSpPr>
        <p:spPr>
          <a:xfrm>
            <a:off x="8367234" y="4631270"/>
            <a:ext cx="1913128" cy="1075689"/>
          </a:xfrm>
          <a:prstGeom prst="rect">
            <a:avLst/>
          </a:prstGeom>
        </p:spPr>
        <p:txBody>
          <a:bodyPr rtlCol="0" anchor="ctr">
            <a:noAutofit/>
          </a:bodyPr>
          <a:lstStyle>
            <a:lvl1pPr marL="0" indent="0" algn="ctr">
              <a:lnSpc>
                <a:spcPct val="113000"/>
              </a:lnSpc>
              <a:buNone/>
              <a:defRPr lang="de-DE" sz="1800" b="0" i="0">
                <a:solidFill>
                  <a:schemeClr val="bg1"/>
                </a:solidFill>
                <a:latin typeface="Abadi" panose="020B0604020104020204" pitchFamily="34" charset="0"/>
              </a:defRPr>
            </a:lvl1pPr>
            <a:lvl2pPr>
              <a:defRPr lang="de-DE" sz="1000"/>
            </a:lvl2pPr>
            <a:lvl3pPr>
              <a:defRPr lang="de-DE" sz="900"/>
            </a:lvl3pPr>
            <a:lvl4pPr>
              <a:defRPr lang="de-DE" sz="800"/>
            </a:lvl4pPr>
            <a:lvl5pPr>
              <a:defRPr lang="de-DE" sz="800"/>
            </a:lvl5pPr>
          </a:lstStyle>
          <a:p>
            <a:pPr lvl="0" rtl="0"/>
            <a:r>
              <a:rPr lang="de-DE" noProof="0"/>
              <a:t>Titelmasterformat durch Klicken bearbeiten </a:t>
            </a:r>
          </a:p>
        </p:txBody>
      </p:sp>
      <p:sp>
        <p:nvSpPr>
          <p:cNvPr id="6" name="Freihandform: Form 6">
            <a:extLst>
              <a:ext uri="{FF2B5EF4-FFF2-40B4-BE49-F238E27FC236}">
                <a16:creationId xmlns:a16="http://schemas.microsoft.com/office/drawing/2014/main" id="{4D27EAE5-5D14-4E2B-9A4E-E1CE7C26F40F}"/>
              </a:ext>
            </a:extLst>
          </p:cNvPr>
          <p:cNvSpPr/>
          <p:nvPr userDrawn="1"/>
        </p:nvSpPr>
        <p:spPr>
          <a:xfrm>
            <a:off x="630971" y="606175"/>
            <a:ext cx="1913128" cy="214008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de-DE"/>
            </a:defPPr>
          </a:lstStyle>
          <a:p>
            <a:pPr algn="ctr" rtl="0"/>
            <a:endParaRPr lang="de-DE" noProof="0"/>
          </a:p>
        </p:txBody>
      </p:sp>
      <p:sp>
        <p:nvSpPr>
          <p:cNvPr id="29" name="Freihandform 28">
            <a:extLst>
              <a:ext uri="{FF2B5EF4-FFF2-40B4-BE49-F238E27FC236}">
                <a16:creationId xmlns:a16="http://schemas.microsoft.com/office/drawing/2014/main" id="{0B88ADED-0863-78D3-7710-E131932E965F}"/>
              </a:ext>
            </a:extLst>
          </p:cNvPr>
          <p:cNvSpPr/>
          <p:nvPr userDrawn="1"/>
        </p:nvSpPr>
        <p:spPr>
          <a:xfrm>
            <a:off x="10460480" y="505838"/>
            <a:ext cx="1731521" cy="2159541"/>
          </a:xfrm>
          <a:custGeom>
            <a:avLst/>
            <a:gdLst>
              <a:gd name="connsiteX0" fmla="*/ 953758 w 1731521"/>
              <a:gd name="connsiteY0" fmla="*/ 0 h 2159541"/>
              <a:gd name="connsiteX1" fmla="*/ 1731521 w 1731521"/>
              <a:gd name="connsiteY1" fmla="*/ 438909 h 2159541"/>
              <a:gd name="connsiteX2" fmla="*/ 1731521 w 1731521"/>
              <a:gd name="connsiteY2" fmla="*/ 1724628 h 2159541"/>
              <a:gd name="connsiteX3" fmla="*/ 956364 w 1731521"/>
              <a:gd name="connsiteY3" fmla="*/ 2159541 h 2159541"/>
              <a:gd name="connsiteX4" fmla="*/ 0 w 1731521"/>
              <a:gd name="connsiteY4" fmla="*/ 1623503 h 2159541"/>
              <a:gd name="connsiteX5" fmla="*/ 0 w 1731521"/>
              <a:gd name="connsiteY5" fmla="*/ 543733 h 2159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31521" h="2159541">
                <a:moveTo>
                  <a:pt x="953758" y="0"/>
                </a:moveTo>
                <a:lnTo>
                  <a:pt x="1731521" y="438909"/>
                </a:lnTo>
                <a:lnTo>
                  <a:pt x="1731521" y="1724628"/>
                </a:lnTo>
                <a:lnTo>
                  <a:pt x="956364" y="2159541"/>
                </a:lnTo>
                <a:lnTo>
                  <a:pt x="0" y="1623503"/>
                </a:lnTo>
                <a:lnTo>
                  <a:pt x="0" y="543733"/>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de-DE"/>
            </a:defPPr>
          </a:lstStyle>
          <a:p>
            <a:pPr algn="ctr" rtl="0"/>
            <a:endParaRPr lang="de-DE" noProof="0"/>
          </a:p>
        </p:txBody>
      </p:sp>
      <p:sp>
        <p:nvSpPr>
          <p:cNvPr id="28" name="Freihandform 27">
            <a:extLst>
              <a:ext uri="{FF2B5EF4-FFF2-40B4-BE49-F238E27FC236}">
                <a16:creationId xmlns:a16="http://schemas.microsoft.com/office/drawing/2014/main" id="{32435EB1-8BEE-9EEE-D9E4-E53D56B7E09C}"/>
              </a:ext>
            </a:extLst>
          </p:cNvPr>
          <p:cNvSpPr/>
          <p:nvPr userDrawn="1"/>
        </p:nvSpPr>
        <p:spPr>
          <a:xfrm>
            <a:off x="11498097" y="2436654"/>
            <a:ext cx="698022" cy="1868948"/>
          </a:xfrm>
          <a:custGeom>
            <a:avLst/>
            <a:gdLst>
              <a:gd name="connsiteX0" fmla="*/ 698022 w 698022"/>
              <a:gd name="connsiteY0" fmla="*/ 0 h 1868948"/>
              <a:gd name="connsiteX1" fmla="*/ 698022 w 698022"/>
              <a:gd name="connsiteY1" fmla="*/ 1868948 h 1868948"/>
              <a:gd name="connsiteX2" fmla="*/ 0 w 698022"/>
              <a:gd name="connsiteY2" fmla="*/ 1477709 h 1868948"/>
              <a:gd name="connsiteX3" fmla="*/ 0 w 698022"/>
              <a:gd name="connsiteY3" fmla="*/ 397939 h 1868948"/>
            </a:gdLst>
            <a:ahLst/>
            <a:cxnLst>
              <a:cxn ang="0">
                <a:pos x="connsiteX0" y="connsiteY0"/>
              </a:cxn>
              <a:cxn ang="0">
                <a:pos x="connsiteX1" y="connsiteY1"/>
              </a:cxn>
              <a:cxn ang="0">
                <a:pos x="connsiteX2" y="connsiteY2"/>
              </a:cxn>
              <a:cxn ang="0">
                <a:pos x="connsiteX3" y="connsiteY3"/>
              </a:cxn>
            </a:cxnLst>
            <a:rect l="l" t="t" r="r" b="b"/>
            <a:pathLst>
              <a:path w="698022" h="1868948">
                <a:moveTo>
                  <a:pt x="698022" y="0"/>
                </a:moveTo>
                <a:lnTo>
                  <a:pt x="698022" y="1868948"/>
                </a:lnTo>
                <a:lnTo>
                  <a:pt x="0" y="1477709"/>
                </a:lnTo>
                <a:lnTo>
                  <a:pt x="0" y="397939"/>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de-DE"/>
            </a:defPPr>
          </a:lstStyle>
          <a:p>
            <a:pPr algn="ctr" rtl="0"/>
            <a:endParaRPr lang="de-DE" noProof="0"/>
          </a:p>
        </p:txBody>
      </p:sp>
      <p:sp>
        <p:nvSpPr>
          <p:cNvPr id="30" name="Freihandform 29">
            <a:extLst>
              <a:ext uri="{FF2B5EF4-FFF2-40B4-BE49-F238E27FC236}">
                <a16:creationId xmlns:a16="http://schemas.microsoft.com/office/drawing/2014/main" id="{2692688E-3654-181E-6244-F2CED7612746}"/>
              </a:ext>
            </a:extLst>
          </p:cNvPr>
          <p:cNvSpPr/>
          <p:nvPr userDrawn="1"/>
        </p:nvSpPr>
        <p:spPr>
          <a:xfrm>
            <a:off x="10460480" y="4114794"/>
            <a:ext cx="1731521" cy="2159541"/>
          </a:xfrm>
          <a:custGeom>
            <a:avLst/>
            <a:gdLst>
              <a:gd name="connsiteX0" fmla="*/ 953758 w 1731521"/>
              <a:gd name="connsiteY0" fmla="*/ 0 h 2159541"/>
              <a:gd name="connsiteX1" fmla="*/ 1731521 w 1731521"/>
              <a:gd name="connsiteY1" fmla="*/ 438909 h 2159541"/>
              <a:gd name="connsiteX2" fmla="*/ 1731521 w 1731521"/>
              <a:gd name="connsiteY2" fmla="*/ 1724629 h 2159541"/>
              <a:gd name="connsiteX3" fmla="*/ 956364 w 1731521"/>
              <a:gd name="connsiteY3" fmla="*/ 2159541 h 2159541"/>
              <a:gd name="connsiteX4" fmla="*/ 0 w 1731521"/>
              <a:gd name="connsiteY4" fmla="*/ 1623503 h 2159541"/>
              <a:gd name="connsiteX5" fmla="*/ 0 w 1731521"/>
              <a:gd name="connsiteY5" fmla="*/ 543733 h 2159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31521" h="2159541">
                <a:moveTo>
                  <a:pt x="953758" y="0"/>
                </a:moveTo>
                <a:lnTo>
                  <a:pt x="1731521" y="438909"/>
                </a:lnTo>
                <a:lnTo>
                  <a:pt x="1731521" y="1724629"/>
                </a:lnTo>
                <a:lnTo>
                  <a:pt x="956364" y="2159541"/>
                </a:lnTo>
                <a:lnTo>
                  <a:pt x="0" y="1623503"/>
                </a:lnTo>
                <a:lnTo>
                  <a:pt x="0" y="543733"/>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de-DE"/>
            </a:defPPr>
          </a:lstStyle>
          <a:p>
            <a:pPr algn="ctr" rtl="0"/>
            <a:endParaRPr lang="de-DE" noProof="0"/>
          </a:p>
        </p:txBody>
      </p:sp>
      <p:sp>
        <p:nvSpPr>
          <p:cNvPr id="11" name="Freihandform: Form 10">
            <a:extLst>
              <a:ext uri="{FF2B5EF4-FFF2-40B4-BE49-F238E27FC236}">
                <a16:creationId xmlns:a16="http://schemas.microsoft.com/office/drawing/2014/main" id="{01796F5D-2CC8-44C2-B5B5-E61BEFFF5A72}"/>
              </a:ext>
            </a:extLst>
          </p:cNvPr>
          <p:cNvSpPr/>
          <p:nvPr userDrawn="1"/>
        </p:nvSpPr>
        <p:spPr>
          <a:xfrm>
            <a:off x="5252937" y="2290859"/>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de-DE"/>
            </a:defPPr>
          </a:lstStyle>
          <a:p>
            <a:pPr algn="ctr" rtl="0"/>
            <a:endParaRPr lang="de-DE" noProof="0"/>
          </a:p>
        </p:txBody>
      </p:sp>
      <p:sp>
        <p:nvSpPr>
          <p:cNvPr id="12" name="Freihandform: Form 11">
            <a:extLst>
              <a:ext uri="{FF2B5EF4-FFF2-40B4-BE49-F238E27FC236}">
                <a16:creationId xmlns:a16="http://schemas.microsoft.com/office/drawing/2014/main" id="{73093633-6A91-42B5-961C-4B3A5DDF2146}"/>
              </a:ext>
            </a:extLst>
          </p:cNvPr>
          <p:cNvSpPr/>
          <p:nvPr userDrawn="1"/>
        </p:nvSpPr>
        <p:spPr>
          <a:xfrm>
            <a:off x="6310033" y="4056424"/>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de-DE"/>
            </a:defPPr>
          </a:lstStyle>
          <a:p>
            <a:pPr algn="ctr" rtl="0"/>
            <a:endParaRPr lang="de-DE" noProof="0"/>
          </a:p>
        </p:txBody>
      </p:sp>
      <p:sp>
        <p:nvSpPr>
          <p:cNvPr id="2" name="Fußzeilenplatzhalter 1">
            <a:extLst>
              <a:ext uri="{FF2B5EF4-FFF2-40B4-BE49-F238E27FC236}">
                <a16:creationId xmlns:a16="http://schemas.microsoft.com/office/drawing/2014/main" id="{D6B1A7E0-D0BF-7FCA-D296-94BFC0D611C5}"/>
              </a:ext>
            </a:extLst>
          </p:cNvPr>
          <p:cNvSpPr>
            <a:spLocks noGrp="1"/>
          </p:cNvSpPr>
          <p:nvPr>
            <p:ph type="ftr" sz="quarter" idx="33"/>
          </p:nvPr>
        </p:nvSpPr>
        <p:spPr/>
        <p:txBody>
          <a:bodyPr rtlCol="0"/>
          <a:lstStyle>
            <a:defPPr>
              <a:defRPr lang="de-DE"/>
            </a:defPPr>
          </a:lstStyle>
          <a:p>
            <a:pPr rtl="0"/>
            <a:r>
              <a:rPr lang="de-DE" noProof="0"/>
              <a:t>Präsentationstitel</a:t>
            </a:r>
          </a:p>
        </p:txBody>
      </p:sp>
      <p:sp>
        <p:nvSpPr>
          <p:cNvPr id="3" name="Foliennummernplatzhalter 2">
            <a:extLst>
              <a:ext uri="{FF2B5EF4-FFF2-40B4-BE49-F238E27FC236}">
                <a16:creationId xmlns:a16="http://schemas.microsoft.com/office/drawing/2014/main" id="{FCAC10D1-DF42-8734-0793-84312B963E62}"/>
              </a:ext>
            </a:extLst>
          </p:cNvPr>
          <p:cNvSpPr>
            <a:spLocks noGrp="1"/>
          </p:cNvSpPr>
          <p:nvPr>
            <p:ph type="sldNum" sz="quarter" idx="34"/>
          </p:nvPr>
        </p:nvSpPr>
        <p:spPr/>
        <p:txBody>
          <a:bodyPr rtlCol="0"/>
          <a:lstStyle>
            <a:defPPr>
              <a:defRPr lang="de-DE"/>
            </a:defPPr>
          </a:lstStyle>
          <a:p>
            <a:pPr rtl="0"/>
            <a:fld id="{47FEACEE-25B4-4A2D-B147-27296E36371D}" type="slidenum">
              <a:rPr lang="de-DE" altLang="zh-CN" noProof="0" smtClean="0"/>
              <a:pPr rtl="0"/>
              <a:t>‹#›</a:t>
            </a:fld>
            <a:endParaRPr lang="de-DE" altLang="zh-CN" noProof="0"/>
          </a:p>
        </p:txBody>
      </p:sp>
    </p:spTree>
    <p:extLst>
      <p:ext uri="{BB962C8B-B14F-4D97-AF65-F5344CB8AC3E}">
        <p14:creationId xmlns:p14="http://schemas.microsoft.com/office/powerpoint/2010/main" val="862097048"/>
      </p:ext>
    </p:extLst>
  </p:cSld>
  <p:clrMapOvr>
    <a:masterClrMapping/>
  </p:clrMapOvr>
  <p:extLst>
    <p:ext uri="{DCECCB84-F9BA-43D5-87BE-67443E8EF086}">
      <p15:sldGuideLst xmlns:p15="http://schemas.microsoft.com/office/powerpoint/2012/main">
        <p15:guide id="1" orient="horz" pos="528">
          <p15:clr>
            <a:srgbClr val="FBAE40"/>
          </p15:clr>
        </p15:guide>
        <p15:guide id="2" pos="504"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Einführung">
    <p:spTree>
      <p:nvGrpSpPr>
        <p:cNvPr id="1" name=""/>
        <p:cNvGrpSpPr/>
        <p:nvPr/>
      </p:nvGrpSpPr>
      <p:grpSpPr>
        <a:xfrm>
          <a:off x="0" y="0"/>
          <a:ext cx="0" cy="0"/>
          <a:chOff x="0" y="0"/>
          <a:chExt cx="0" cy="0"/>
        </a:xfrm>
      </p:grpSpPr>
      <p:sp>
        <p:nvSpPr>
          <p:cNvPr id="6" name="Titel 5">
            <a:extLst>
              <a:ext uri="{FF2B5EF4-FFF2-40B4-BE49-F238E27FC236}">
                <a16:creationId xmlns:a16="http://schemas.microsoft.com/office/drawing/2014/main" id="{50C1D3CF-F6AF-93EB-C40E-C278E58442C0}"/>
              </a:ext>
            </a:extLst>
          </p:cNvPr>
          <p:cNvSpPr>
            <a:spLocks noGrp="1"/>
          </p:cNvSpPr>
          <p:nvPr>
            <p:ph type="title"/>
          </p:nvPr>
        </p:nvSpPr>
        <p:spPr>
          <a:xfrm>
            <a:off x="509574" y="2096892"/>
            <a:ext cx="5117162" cy="1325563"/>
          </a:xfrm>
        </p:spPr>
        <p:txBody>
          <a:bodyPr rtlCol="0">
            <a:noAutofit/>
          </a:bodyPr>
          <a:lstStyle>
            <a:defPPr>
              <a:defRPr lang="de-DE"/>
            </a:defPPr>
          </a:lstStyle>
          <a:p>
            <a:pPr rtl="0"/>
            <a:r>
              <a:rPr lang="de-DE"/>
              <a:t>Mastertitelformat bearbeiten</a:t>
            </a:r>
          </a:p>
        </p:txBody>
      </p:sp>
      <p:sp>
        <p:nvSpPr>
          <p:cNvPr id="14" name="Inhaltsplatzhalter 47">
            <a:extLst>
              <a:ext uri="{FF2B5EF4-FFF2-40B4-BE49-F238E27FC236}">
                <a16:creationId xmlns:a16="http://schemas.microsoft.com/office/drawing/2014/main" id="{E61594E5-F661-407F-9B5E-62267D2E6AAD}"/>
              </a:ext>
            </a:extLst>
          </p:cNvPr>
          <p:cNvSpPr>
            <a:spLocks noGrp="1"/>
          </p:cNvSpPr>
          <p:nvPr>
            <p:ph type="body" sz="quarter" idx="28" hasCustomPrompt="1"/>
          </p:nvPr>
        </p:nvSpPr>
        <p:spPr>
          <a:xfrm>
            <a:off x="509574" y="3435546"/>
            <a:ext cx="4260180" cy="1294530"/>
          </a:xfrm>
          <a:prstGeom prst="rect">
            <a:avLst/>
          </a:prstGeom>
        </p:spPr>
        <p:txBody>
          <a:bodyPr rtlCol="0">
            <a:noAutofit/>
          </a:bodyPr>
          <a:lstStyle>
            <a:lvl1pPr marL="0" indent="0">
              <a:lnSpc>
                <a:spcPct val="100000"/>
              </a:lnSpc>
              <a:buNone/>
              <a:defRPr lang="de-DE" sz="1500" b="0">
                <a:solidFill>
                  <a:schemeClr val="bg1"/>
                </a:solidFill>
                <a:latin typeface="+mn-lt"/>
              </a:defRPr>
            </a:lvl1pPr>
            <a:lvl2pPr>
              <a:defRPr lang="de-DE" sz="1000"/>
            </a:lvl2pPr>
            <a:lvl3pPr>
              <a:defRPr lang="de-DE" sz="900"/>
            </a:lvl3pPr>
            <a:lvl4pPr>
              <a:defRPr lang="de-DE" sz="800"/>
            </a:lvl4pPr>
            <a:lvl5pPr>
              <a:defRPr lang="de-DE" sz="800"/>
            </a:lvl5pPr>
          </a:lstStyle>
          <a:p>
            <a:pPr lvl="0" rtl="0"/>
            <a:r>
              <a:rPr lang="de-DE"/>
              <a:t>Textmasterformat durch Klicken bearbeiten </a:t>
            </a:r>
          </a:p>
        </p:txBody>
      </p:sp>
      <p:sp>
        <p:nvSpPr>
          <p:cNvPr id="21" name="Bildplatzhalter 20">
            <a:extLst>
              <a:ext uri="{FF2B5EF4-FFF2-40B4-BE49-F238E27FC236}">
                <a16:creationId xmlns:a16="http://schemas.microsoft.com/office/drawing/2014/main" id="{988BDF24-3B67-5B77-0D48-319FA7FD0F65}"/>
              </a:ext>
            </a:extLst>
          </p:cNvPr>
          <p:cNvSpPr>
            <a:spLocks noGrp="1"/>
          </p:cNvSpPr>
          <p:nvPr>
            <p:ph type="pic" sz="quarter" idx="51"/>
          </p:nvPr>
        </p:nvSpPr>
        <p:spPr>
          <a:xfrm>
            <a:off x="5745001" y="0"/>
            <a:ext cx="6446999" cy="6858000"/>
          </a:xfrm>
          <a:custGeom>
            <a:avLst/>
            <a:gdLst>
              <a:gd name="connsiteX0" fmla="*/ 2550369 w 6483642"/>
              <a:gd name="connsiteY0" fmla="*/ 0 h 6858000"/>
              <a:gd name="connsiteX1" fmla="*/ 4338592 w 6483642"/>
              <a:gd name="connsiteY1" fmla="*/ 0 h 6858000"/>
              <a:gd name="connsiteX2" fmla="*/ 6483642 w 6483642"/>
              <a:gd name="connsiteY2" fmla="*/ 1338386 h 6858000"/>
              <a:gd name="connsiteX3" fmla="*/ 6483642 w 6483642"/>
              <a:gd name="connsiteY3" fmla="*/ 5624376 h 6858000"/>
              <a:gd name="connsiteX4" fmla="*/ 4378767 w 6483642"/>
              <a:gd name="connsiteY4" fmla="*/ 6858000 h 6858000"/>
              <a:gd name="connsiteX5" fmla="*/ 2590564 w 6483642"/>
              <a:gd name="connsiteY5" fmla="*/ 6858000 h 6858000"/>
              <a:gd name="connsiteX6" fmla="*/ 133 w 6483642"/>
              <a:gd name="connsiteY6" fmla="*/ 5332429 h 6858000"/>
              <a:gd name="connsiteX7" fmla="*/ 20164 w 6483642"/>
              <a:gd name="connsiteY7" fmla="*/ 1404433 h 6858000"/>
              <a:gd name="connsiteX0" fmla="*/ 2530205 w 6463478"/>
              <a:gd name="connsiteY0" fmla="*/ 0 h 6858000"/>
              <a:gd name="connsiteX1" fmla="*/ 4318428 w 6463478"/>
              <a:gd name="connsiteY1" fmla="*/ 0 h 6858000"/>
              <a:gd name="connsiteX2" fmla="*/ 6463478 w 6463478"/>
              <a:gd name="connsiteY2" fmla="*/ 1338386 h 6858000"/>
              <a:gd name="connsiteX3" fmla="*/ 6463478 w 6463478"/>
              <a:gd name="connsiteY3" fmla="*/ 5624376 h 6858000"/>
              <a:gd name="connsiteX4" fmla="*/ 4358603 w 6463478"/>
              <a:gd name="connsiteY4" fmla="*/ 6858000 h 6858000"/>
              <a:gd name="connsiteX5" fmla="*/ 2570400 w 6463478"/>
              <a:gd name="connsiteY5" fmla="*/ 6858000 h 6858000"/>
              <a:gd name="connsiteX6" fmla="*/ 17140 w 6463478"/>
              <a:gd name="connsiteY6" fmla="*/ 5339864 h 6858000"/>
              <a:gd name="connsiteX7" fmla="*/ 0 w 6463478"/>
              <a:gd name="connsiteY7" fmla="*/ 1404433 h 6858000"/>
              <a:gd name="connsiteX8" fmla="*/ 2530205 w 6463478"/>
              <a:gd name="connsiteY8" fmla="*/ 0 h 6858000"/>
              <a:gd name="connsiteX0" fmla="*/ 2513726 w 6446999"/>
              <a:gd name="connsiteY0" fmla="*/ 0 h 6858000"/>
              <a:gd name="connsiteX1" fmla="*/ 4301949 w 6446999"/>
              <a:gd name="connsiteY1" fmla="*/ 0 h 6858000"/>
              <a:gd name="connsiteX2" fmla="*/ 6446999 w 6446999"/>
              <a:gd name="connsiteY2" fmla="*/ 1338386 h 6858000"/>
              <a:gd name="connsiteX3" fmla="*/ 6446999 w 6446999"/>
              <a:gd name="connsiteY3" fmla="*/ 5624376 h 6858000"/>
              <a:gd name="connsiteX4" fmla="*/ 4342124 w 6446999"/>
              <a:gd name="connsiteY4" fmla="*/ 6858000 h 6858000"/>
              <a:gd name="connsiteX5" fmla="*/ 2553921 w 6446999"/>
              <a:gd name="connsiteY5" fmla="*/ 6858000 h 6858000"/>
              <a:gd name="connsiteX6" fmla="*/ 661 w 6446999"/>
              <a:gd name="connsiteY6" fmla="*/ 5339864 h 6858000"/>
              <a:gd name="connsiteX7" fmla="*/ 299 w 6446999"/>
              <a:gd name="connsiteY7" fmla="*/ 1396044 h 6858000"/>
              <a:gd name="connsiteX8" fmla="*/ 2513726 w 6446999"/>
              <a:gd name="connsiteY8"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446999" h="6858000">
                <a:moveTo>
                  <a:pt x="2513726" y="0"/>
                </a:moveTo>
                <a:lnTo>
                  <a:pt x="4301949" y="0"/>
                </a:lnTo>
                <a:lnTo>
                  <a:pt x="6446999" y="1338386"/>
                </a:lnTo>
                <a:lnTo>
                  <a:pt x="6446999" y="5624376"/>
                </a:lnTo>
                <a:lnTo>
                  <a:pt x="4342124" y="6858000"/>
                </a:lnTo>
                <a:lnTo>
                  <a:pt x="2553921" y="6858000"/>
                </a:lnTo>
                <a:lnTo>
                  <a:pt x="661" y="5339864"/>
                </a:lnTo>
                <a:cubicBezTo>
                  <a:pt x="-1473" y="4048155"/>
                  <a:pt x="2433" y="2687753"/>
                  <a:pt x="299" y="1396044"/>
                </a:cubicBezTo>
                <a:lnTo>
                  <a:pt x="2513726" y="0"/>
                </a:lnTo>
                <a:close/>
              </a:path>
            </a:pathLst>
          </a:custGeom>
          <a:noFill/>
        </p:spPr>
        <p:txBody>
          <a:bodyPr wrap="square" rtlCol="0"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de-DE" dirty="0"/>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lang="de-DE"/>
            </a:pPr>
            <a:r>
              <a:rPr lang="de-DE"/>
              <a:t>Bild durch Klicken auf Symbol hinzufügen</a:t>
            </a:r>
          </a:p>
        </p:txBody>
      </p:sp>
      <p:sp>
        <p:nvSpPr>
          <p:cNvPr id="5" name="Fußzeilenplatzhalter 4">
            <a:extLst>
              <a:ext uri="{FF2B5EF4-FFF2-40B4-BE49-F238E27FC236}">
                <a16:creationId xmlns:a16="http://schemas.microsoft.com/office/drawing/2014/main" id="{41F6C45B-70BB-86F1-1866-F93BEC26ACF8}"/>
              </a:ext>
            </a:extLst>
          </p:cNvPr>
          <p:cNvSpPr>
            <a:spLocks noGrp="1"/>
          </p:cNvSpPr>
          <p:nvPr>
            <p:ph type="ftr" sz="quarter" idx="52"/>
          </p:nvPr>
        </p:nvSpPr>
        <p:spPr/>
        <p:txBody>
          <a:bodyPr rtlCol="0">
            <a:noAutofit/>
          </a:bodyPr>
          <a:lstStyle>
            <a:defPPr>
              <a:defRPr lang="de-DE"/>
            </a:defPPr>
          </a:lstStyle>
          <a:p>
            <a:pPr rtl="0"/>
            <a:r>
              <a:rPr lang="de-DE" noProof="0"/>
              <a:t>Präsentationstitel</a:t>
            </a:r>
          </a:p>
        </p:txBody>
      </p:sp>
      <p:sp>
        <p:nvSpPr>
          <p:cNvPr id="7" name="Foliennummernplatzhalter 6">
            <a:extLst>
              <a:ext uri="{FF2B5EF4-FFF2-40B4-BE49-F238E27FC236}">
                <a16:creationId xmlns:a16="http://schemas.microsoft.com/office/drawing/2014/main" id="{0870044D-485D-043B-9D5B-C01AA8E06447}"/>
              </a:ext>
            </a:extLst>
          </p:cNvPr>
          <p:cNvSpPr>
            <a:spLocks noGrp="1"/>
          </p:cNvSpPr>
          <p:nvPr>
            <p:ph type="sldNum" sz="quarter" idx="53"/>
          </p:nvPr>
        </p:nvSpPr>
        <p:spPr/>
        <p:txBody>
          <a:bodyPr rtlCol="0">
            <a:noAutofit/>
          </a:bodyPr>
          <a:lstStyle>
            <a:defPPr>
              <a:defRPr lang="de-DE"/>
            </a:defPPr>
          </a:lstStyle>
          <a:p>
            <a:pPr rtl="0"/>
            <a:fld id="{47FEACEE-25B4-4A2D-B147-27296E36371D}" type="slidenum">
              <a:rPr lang="de-DE" altLang="zh-CN" noProof="0" smtClean="0"/>
              <a:pPr rtl="0"/>
              <a:t>‹#›</a:t>
            </a:fld>
            <a:endParaRPr lang="de-DE" altLang="zh-CN" noProof="0"/>
          </a:p>
        </p:txBody>
      </p:sp>
    </p:spTree>
    <p:extLst>
      <p:ext uri="{BB962C8B-B14F-4D97-AF65-F5344CB8AC3E}">
        <p14:creationId xmlns:p14="http://schemas.microsoft.com/office/powerpoint/2010/main" val="41612598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bschnittsüberschrift">
    <p:spTree>
      <p:nvGrpSpPr>
        <p:cNvPr id="1" name=""/>
        <p:cNvGrpSpPr/>
        <p:nvPr/>
      </p:nvGrpSpPr>
      <p:grpSpPr>
        <a:xfrm>
          <a:off x="0" y="0"/>
          <a:ext cx="0" cy="0"/>
          <a:chOff x="0" y="0"/>
          <a:chExt cx="0" cy="0"/>
        </a:xfrm>
      </p:grpSpPr>
      <p:sp>
        <p:nvSpPr>
          <p:cNvPr id="8" name="Titelplatzhalter 4">
            <a:extLst>
              <a:ext uri="{FF2B5EF4-FFF2-40B4-BE49-F238E27FC236}">
                <a16:creationId xmlns:a16="http://schemas.microsoft.com/office/drawing/2014/main" id="{F73BF8E3-2426-5D65-6582-D4B03C765A5D}"/>
              </a:ext>
            </a:extLst>
          </p:cNvPr>
          <p:cNvSpPr>
            <a:spLocks noGrp="1"/>
          </p:cNvSpPr>
          <p:nvPr>
            <p:ph type="title"/>
          </p:nvPr>
        </p:nvSpPr>
        <p:spPr>
          <a:xfrm>
            <a:off x="6710510" y="2016579"/>
            <a:ext cx="4441188" cy="2775857"/>
          </a:xfrm>
          <a:prstGeom prst="rect">
            <a:avLst/>
          </a:prstGeom>
        </p:spPr>
        <p:txBody>
          <a:bodyPr vert="horz" lIns="91440" tIns="45720" rIns="91440" bIns="45720" rtlCol="0" anchor="ctr">
            <a:noAutofit/>
          </a:bodyPr>
          <a:lstStyle>
            <a:defPPr>
              <a:defRPr lang="de-DE"/>
            </a:defPPr>
          </a:lstStyle>
          <a:p>
            <a:pPr rtl="0"/>
            <a:r>
              <a:rPr lang="de-DE"/>
              <a:t>Mastertitelformat bearbeiten</a:t>
            </a:r>
          </a:p>
        </p:txBody>
      </p:sp>
      <p:sp>
        <p:nvSpPr>
          <p:cNvPr id="18" name="Sechseck 17">
            <a:extLst>
              <a:ext uri="{FF2B5EF4-FFF2-40B4-BE49-F238E27FC236}">
                <a16:creationId xmlns:a16="http://schemas.microsoft.com/office/drawing/2014/main" id="{ADF8D8A3-175E-9A50-A98B-3766DAAB5EE2}"/>
              </a:ext>
            </a:extLst>
          </p:cNvPr>
          <p:cNvSpPr/>
          <p:nvPr userDrawn="1"/>
        </p:nvSpPr>
        <p:spPr>
          <a:xfrm rot="5400000">
            <a:off x="1308232" y="2004972"/>
            <a:ext cx="3593592" cy="2880360"/>
          </a:xfrm>
          <a:prstGeom prst="hexagon">
            <a:avLst>
              <a:gd name="adj" fmla="val 31211"/>
              <a:gd name="vf" fmla="val 11547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de-DE"/>
            </a:defPPr>
          </a:lstStyle>
          <a:p>
            <a:pPr algn="ctr" rtl="0"/>
            <a:endParaRPr lang="de-DE"/>
          </a:p>
        </p:txBody>
      </p:sp>
      <p:sp>
        <p:nvSpPr>
          <p:cNvPr id="11" name="Text 47" descr="Klicken Sie, um ein Bild hinzuzufügen.">
            <a:extLst>
              <a:ext uri="{FF2B5EF4-FFF2-40B4-BE49-F238E27FC236}">
                <a16:creationId xmlns:a16="http://schemas.microsoft.com/office/drawing/2014/main" id="{B264F104-ED4D-9A7F-E598-295893E05B7F}"/>
              </a:ext>
            </a:extLst>
          </p:cNvPr>
          <p:cNvSpPr>
            <a:spLocks noGrp="1"/>
          </p:cNvSpPr>
          <p:nvPr>
            <p:ph type="body" sz="quarter" idx="28" hasCustomPrompt="1"/>
          </p:nvPr>
        </p:nvSpPr>
        <p:spPr>
          <a:xfrm>
            <a:off x="2319235" y="2911781"/>
            <a:ext cx="1570612" cy="1070829"/>
          </a:xfrm>
          <a:prstGeom prst="rect">
            <a:avLst/>
          </a:prstGeom>
        </p:spPr>
        <p:txBody>
          <a:bodyPr rtlCol="0">
            <a:noAutofit/>
          </a:bodyPr>
          <a:lstStyle>
            <a:lvl1pPr marL="0" indent="0" algn="ctr">
              <a:lnSpc>
                <a:spcPct val="113000"/>
              </a:lnSpc>
              <a:buNone/>
              <a:defRPr lang="de-DE" sz="1800" b="1" cap="all" baseline="0">
                <a:solidFill>
                  <a:schemeClr val="tx2"/>
                </a:solidFill>
              </a:defRPr>
            </a:lvl1pPr>
            <a:lvl2pPr>
              <a:defRPr lang="de-DE" sz="1000"/>
            </a:lvl2pPr>
            <a:lvl3pPr>
              <a:defRPr lang="de-DE" sz="900"/>
            </a:lvl3pPr>
            <a:lvl4pPr>
              <a:defRPr lang="de-DE" sz="800"/>
            </a:lvl4pPr>
            <a:lvl5pPr>
              <a:defRPr lang="de-DE" sz="800"/>
            </a:lvl5pPr>
          </a:lstStyle>
          <a:p>
            <a:pPr lvl="0" rtl="0"/>
            <a:r>
              <a:rPr lang="de-DE"/>
              <a:t>Titelmasterformat durch Klicken bearbeiten </a:t>
            </a:r>
          </a:p>
        </p:txBody>
      </p:sp>
      <p:sp>
        <p:nvSpPr>
          <p:cNvPr id="17" name="Bildplatzhalter 16">
            <a:extLst>
              <a:ext uri="{FF2B5EF4-FFF2-40B4-BE49-F238E27FC236}">
                <a16:creationId xmlns:a16="http://schemas.microsoft.com/office/drawing/2014/main" id="{7A084A88-6A62-9495-6CFE-1127D5CAAAB2}"/>
              </a:ext>
            </a:extLst>
          </p:cNvPr>
          <p:cNvSpPr>
            <a:spLocks noGrp="1"/>
          </p:cNvSpPr>
          <p:nvPr>
            <p:ph type="pic" sz="quarter" idx="47"/>
          </p:nvPr>
        </p:nvSpPr>
        <p:spPr>
          <a:xfrm>
            <a:off x="581710" y="555648"/>
            <a:ext cx="5045662" cy="5783096"/>
          </a:xfrm>
          <a:custGeom>
            <a:avLst/>
            <a:gdLst>
              <a:gd name="connsiteX0" fmla="*/ 2523318 w 5045662"/>
              <a:gd name="connsiteY0" fmla="*/ 1092708 h 5783096"/>
              <a:gd name="connsiteX1" fmla="*/ 1083139 w 5045662"/>
              <a:gd name="connsiteY1" fmla="*/ 1991697 h 5783096"/>
              <a:gd name="connsiteX2" fmla="*/ 1083139 w 5045662"/>
              <a:gd name="connsiteY2" fmla="*/ 3787311 h 5783096"/>
              <a:gd name="connsiteX3" fmla="*/ 2523318 w 5045662"/>
              <a:gd name="connsiteY3" fmla="*/ 4686300 h 5783096"/>
              <a:gd name="connsiteX4" fmla="*/ 3963497 w 5045662"/>
              <a:gd name="connsiteY4" fmla="*/ 3787311 h 5783096"/>
              <a:gd name="connsiteX5" fmla="*/ 3963497 w 5045662"/>
              <a:gd name="connsiteY5" fmla="*/ 1991697 h 5783096"/>
              <a:gd name="connsiteX6" fmla="*/ 2470122 w 5045662"/>
              <a:gd name="connsiteY6" fmla="*/ 0 h 5783096"/>
              <a:gd name="connsiteX7" fmla="*/ 5037208 w 5045662"/>
              <a:gd name="connsiteY7" fmla="*/ 1458369 h 5783096"/>
              <a:gd name="connsiteX8" fmla="*/ 5045662 w 5045662"/>
              <a:gd name="connsiteY8" fmla="*/ 4339769 h 5783096"/>
              <a:gd name="connsiteX9" fmla="*/ 2561576 w 5045662"/>
              <a:gd name="connsiteY9" fmla="*/ 5783096 h 5783096"/>
              <a:gd name="connsiteX10" fmla="*/ 24164 w 5045662"/>
              <a:gd name="connsiteY10" fmla="*/ 4354881 h 5783096"/>
              <a:gd name="connsiteX11" fmla="*/ 0 w 5045662"/>
              <a:gd name="connsiteY11" fmla="*/ 1453765 h 5783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45662" h="5783096">
                <a:moveTo>
                  <a:pt x="2523318" y="1092708"/>
                </a:moveTo>
                <a:lnTo>
                  <a:pt x="1083139" y="1991697"/>
                </a:lnTo>
                <a:lnTo>
                  <a:pt x="1083139" y="3787311"/>
                </a:lnTo>
                <a:lnTo>
                  <a:pt x="2523318" y="4686300"/>
                </a:lnTo>
                <a:lnTo>
                  <a:pt x="3963497" y="3787311"/>
                </a:lnTo>
                <a:lnTo>
                  <a:pt x="3963497" y="1991697"/>
                </a:lnTo>
                <a:close/>
                <a:moveTo>
                  <a:pt x="2470122" y="0"/>
                </a:moveTo>
                <a:lnTo>
                  <a:pt x="5037208" y="1458369"/>
                </a:lnTo>
                <a:cubicBezTo>
                  <a:pt x="5040026" y="2418836"/>
                  <a:pt x="5042844" y="3379302"/>
                  <a:pt x="5045662" y="4339769"/>
                </a:cubicBezTo>
                <a:lnTo>
                  <a:pt x="2561576" y="5783096"/>
                </a:lnTo>
                <a:lnTo>
                  <a:pt x="24164" y="4354881"/>
                </a:lnTo>
                <a:lnTo>
                  <a:pt x="0" y="1453765"/>
                </a:lnTo>
                <a:close/>
              </a:path>
            </a:pathLst>
          </a:custGeom>
        </p:spPr>
        <p:txBody>
          <a:bodyPr wrap="square" tIns="457200" rtlCol="0">
            <a:noAutofit/>
          </a:bodyPr>
          <a:lstStyle>
            <a:lvl1pPr marL="0" indent="0" algn="ctr">
              <a:buNone/>
              <a:defRPr lang="de-DE"/>
            </a:lvl1pPr>
          </a:lstStyle>
          <a:p>
            <a:pPr rtl="0"/>
            <a:r>
              <a:rPr lang="de-DE"/>
              <a:t>Bild durch Klicken auf Symbol hinzufügen</a:t>
            </a:r>
          </a:p>
        </p:txBody>
      </p:sp>
    </p:spTree>
    <p:extLst>
      <p:ext uri="{BB962C8B-B14F-4D97-AF65-F5344CB8AC3E}">
        <p14:creationId xmlns:p14="http://schemas.microsoft.com/office/powerpoint/2010/main" val="34077113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el und Inhal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C42BC57-1D8D-9F59-24F9-1E8232279959}"/>
              </a:ext>
            </a:extLst>
          </p:cNvPr>
          <p:cNvSpPr>
            <a:spLocks noGrp="1"/>
          </p:cNvSpPr>
          <p:nvPr>
            <p:ph type="title"/>
          </p:nvPr>
        </p:nvSpPr>
        <p:spPr>
          <a:xfrm>
            <a:off x="587829" y="507076"/>
            <a:ext cx="10515600" cy="1115434"/>
          </a:xfrm>
        </p:spPr>
        <p:txBody>
          <a:bodyPr rtlCol="0"/>
          <a:lstStyle>
            <a:defPPr>
              <a:defRPr lang="de-DE"/>
            </a:defPPr>
          </a:lstStyle>
          <a:p>
            <a:pPr rtl="0"/>
            <a:r>
              <a:rPr lang="de-DE"/>
              <a:t>Mastertitelformat bearbeiten</a:t>
            </a:r>
          </a:p>
        </p:txBody>
      </p:sp>
      <p:sp>
        <p:nvSpPr>
          <p:cNvPr id="11" name="Inhaltsplatzhalter 47">
            <a:extLst>
              <a:ext uri="{FF2B5EF4-FFF2-40B4-BE49-F238E27FC236}">
                <a16:creationId xmlns:a16="http://schemas.microsoft.com/office/drawing/2014/main" id="{561744A6-D3EA-42C3-8E71-3BB8BA1E6149}"/>
              </a:ext>
            </a:extLst>
          </p:cNvPr>
          <p:cNvSpPr>
            <a:spLocks noGrp="1"/>
          </p:cNvSpPr>
          <p:nvPr>
            <p:ph type="chart" sz="quarter" idx="27" hasCustomPrompt="1"/>
          </p:nvPr>
        </p:nvSpPr>
        <p:spPr>
          <a:xfrm>
            <a:off x="587829" y="1622510"/>
            <a:ext cx="10889796" cy="4155757"/>
          </a:xfrm>
          <a:prstGeom prst="rect">
            <a:avLst/>
          </a:prstGeom>
        </p:spPr>
        <p:txBody>
          <a:bodyPr rtlCol="0"/>
          <a:lstStyle>
            <a:lvl1pPr>
              <a:defRPr lang="de-DE">
                <a:solidFill>
                  <a:schemeClr val="bg1"/>
                </a:solidFill>
              </a:defRPr>
            </a:lvl1pPr>
          </a:lstStyle>
          <a:p>
            <a:pPr rtl="0"/>
            <a:r>
              <a:rPr lang="de-DE"/>
              <a:t>Hier klicken, um den Master-Textstil zu bearbeiten</a:t>
            </a:r>
            <a:endParaRPr lang="de-DE" altLang="en-US"/>
          </a:p>
        </p:txBody>
      </p:sp>
      <p:sp>
        <p:nvSpPr>
          <p:cNvPr id="3" name="Fußzeilenplatzhalter 2">
            <a:extLst>
              <a:ext uri="{FF2B5EF4-FFF2-40B4-BE49-F238E27FC236}">
                <a16:creationId xmlns:a16="http://schemas.microsoft.com/office/drawing/2014/main" id="{D1C82179-6F61-D1EC-D800-74B748B37F0E}"/>
              </a:ext>
            </a:extLst>
          </p:cNvPr>
          <p:cNvSpPr>
            <a:spLocks noGrp="1"/>
          </p:cNvSpPr>
          <p:nvPr>
            <p:ph type="ftr" sz="quarter" idx="28"/>
          </p:nvPr>
        </p:nvSpPr>
        <p:spPr/>
        <p:txBody>
          <a:bodyPr rtlCol="0"/>
          <a:lstStyle>
            <a:defPPr>
              <a:defRPr lang="de-DE"/>
            </a:defPPr>
          </a:lstStyle>
          <a:p>
            <a:pPr rtl="0"/>
            <a:r>
              <a:rPr lang="de-DE" noProof="0"/>
              <a:t>Präsentationstitel</a:t>
            </a:r>
          </a:p>
        </p:txBody>
      </p:sp>
      <p:sp>
        <p:nvSpPr>
          <p:cNvPr id="5" name="Foliennummernplatzhalter 4">
            <a:extLst>
              <a:ext uri="{FF2B5EF4-FFF2-40B4-BE49-F238E27FC236}">
                <a16:creationId xmlns:a16="http://schemas.microsoft.com/office/drawing/2014/main" id="{38803A51-0211-9F66-D20B-444BC94AA39E}"/>
              </a:ext>
            </a:extLst>
          </p:cNvPr>
          <p:cNvSpPr>
            <a:spLocks noGrp="1"/>
          </p:cNvSpPr>
          <p:nvPr>
            <p:ph type="sldNum" sz="quarter" idx="29"/>
          </p:nvPr>
        </p:nvSpPr>
        <p:spPr/>
        <p:txBody>
          <a:bodyPr rtlCol="0"/>
          <a:lstStyle>
            <a:defPPr>
              <a:defRPr lang="de-DE"/>
            </a:defPPr>
          </a:lstStyle>
          <a:p>
            <a:pPr rtl="0"/>
            <a:fld id="{47FEACEE-25B4-4A2D-B147-27296E36371D}" type="slidenum">
              <a:rPr lang="de-DE" altLang="zh-CN" noProof="0" smtClean="0"/>
              <a:pPr rtl="0"/>
              <a:t>‹#›</a:t>
            </a:fld>
            <a:endParaRPr lang="de-DE" altLang="zh-CN" noProof="0"/>
          </a:p>
        </p:txBody>
      </p:sp>
    </p:spTree>
    <p:extLst>
      <p:ext uri="{BB962C8B-B14F-4D97-AF65-F5344CB8AC3E}">
        <p14:creationId xmlns:p14="http://schemas.microsoft.com/office/powerpoint/2010/main" val="26768272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el und Inhalt mit Design">
    <p:spTree>
      <p:nvGrpSpPr>
        <p:cNvPr id="1" name=""/>
        <p:cNvGrpSpPr/>
        <p:nvPr/>
      </p:nvGrpSpPr>
      <p:grpSpPr>
        <a:xfrm>
          <a:off x="0" y="0"/>
          <a:ext cx="0" cy="0"/>
          <a:chOff x="0" y="0"/>
          <a:chExt cx="0" cy="0"/>
        </a:xfrm>
      </p:grpSpPr>
      <p:sp>
        <p:nvSpPr>
          <p:cNvPr id="11" name="Titelplatzhalter 4">
            <a:extLst>
              <a:ext uri="{FF2B5EF4-FFF2-40B4-BE49-F238E27FC236}">
                <a16:creationId xmlns:a16="http://schemas.microsoft.com/office/drawing/2014/main" id="{05751864-B11A-0286-13EA-2AC2A2C8DD5D}"/>
              </a:ext>
            </a:extLst>
          </p:cNvPr>
          <p:cNvSpPr>
            <a:spLocks noGrp="1"/>
          </p:cNvSpPr>
          <p:nvPr>
            <p:ph type="title"/>
          </p:nvPr>
        </p:nvSpPr>
        <p:spPr>
          <a:xfrm>
            <a:off x="581709" y="721538"/>
            <a:ext cx="10889796" cy="1418998"/>
          </a:xfrm>
          <a:prstGeom prst="rect">
            <a:avLst/>
          </a:prstGeom>
        </p:spPr>
        <p:txBody>
          <a:bodyPr vert="horz" lIns="91440" tIns="45720" rIns="91440" bIns="45720" rtlCol="0" anchor="t">
            <a:noAutofit/>
          </a:bodyPr>
          <a:lstStyle>
            <a:defPPr>
              <a:defRPr lang="de-DE"/>
            </a:defPPr>
          </a:lstStyle>
          <a:p>
            <a:pPr rtl="0"/>
            <a:r>
              <a:rPr lang="de-DE"/>
              <a:t>Mastertitelformat bearbeiten</a:t>
            </a:r>
          </a:p>
        </p:txBody>
      </p:sp>
      <p:sp>
        <p:nvSpPr>
          <p:cNvPr id="10" name="Tabellenplatzhalter">
            <a:extLst>
              <a:ext uri="{FF2B5EF4-FFF2-40B4-BE49-F238E27FC236}">
                <a16:creationId xmlns:a16="http://schemas.microsoft.com/office/drawing/2014/main" id="{CFC5FF09-DE50-4155-81A0-5DD9B700F205}"/>
              </a:ext>
            </a:extLst>
          </p:cNvPr>
          <p:cNvSpPr>
            <a:spLocks noGrp="1"/>
          </p:cNvSpPr>
          <p:nvPr>
            <p:ph type="tbl" sz="quarter" idx="27" hasCustomPrompt="1"/>
          </p:nvPr>
        </p:nvSpPr>
        <p:spPr>
          <a:xfrm>
            <a:off x="581709" y="1614198"/>
            <a:ext cx="10889796" cy="4317856"/>
          </a:xfrm>
          <a:prstGeom prst="rect">
            <a:avLst/>
          </a:prstGeom>
        </p:spPr>
        <p:txBody>
          <a:bodyPr rtlCol="0">
            <a:noAutofit/>
          </a:bodyPr>
          <a:lstStyle>
            <a:lvl1pPr>
              <a:defRPr lang="de-DE">
                <a:solidFill>
                  <a:schemeClr val="bg1"/>
                </a:solidFill>
              </a:defRPr>
            </a:lvl1pPr>
          </a:lstStyle>
          <a:p>
            <a:pPr rtl="0"/>
            <a:r>
              <a:rPr lang="de-DE"/>
              <a:t>Hier klicken, um den Master-Textstil zu bearbeiten</a:t>
            </a:r>
            <a:endParaRPr lang="de-DE" altLang="en-US"/>
          </a:p>
        </p:txBody>
      </p:sp>
      <p:sp>
        <p:nvSpPr>
          <p:cNvPr id="9" name="Freihandform: Form 5">
            <a:extLst>
              <a:ext uri="{FF2B5EF4-FFF2-40B4-BE49-F238E27FC236}">
                <a16:creationId xmlns:a16="http://schemas.microsoft.com/office/drawing/2014/main" id="{3F619E6B-153E-B522-47EB-4104C405736C}"/>
              </a:ext>
            </a:extLst>
          </p:cNvPr>
          <p:cNvSpPr/>
          <p:nvPr userDrawn="1"/>
        </p:nvSpPr>
        <p:spPr>
          <a:xfrm>
            <a:off x="10551278" y="4665388"/>
            <a:ext cx="603952" cy="68174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de-DE"/>
            </a:defPPr>
          </a:lstStyle>
          <a:p>
            <a:pPr algn="ctr" rtl="0"/>
            <a:endParaRPr lang="de-DE"/>
          </a:p>
        </p:txBody>
      </p:sp>
      <p:sp>
        <p:nvSpPr>
          <p:cNvPr id="12" name="Freihandform 11">
            <a:extLst>
              <a:ext uri="{FF2B5EF4-FFF2-40B4-BE49-F238E27FC236}">
                <a16:creationId xmlns:a16="http://schemas.microsoft.com/office/drawing/2014/main" id="{687A7B3D-E004-6D6A-5979-8F1BADBC9237}"/>
              </a:ext>
            </a:extLst>
          </p:cNvPr>
          <p:cNvSpPr/>
          <p:nvPr userDrawn="1"/>
        </p:nvSpPr>
        <p:spPr>
          <a:xfrm>
            <a:off x="10524774" y="5146146"/>
            <a:ext cx="1667226" cy="1711855"/>
          </a:xfrm>
          <a:custGeom>
            <a:avLst/>
            <a:gdLst>
              <a:gd name="connsiteX0" fmla="*/ 998834 w 1667226"/>
              <a:gd name="connsiteY0" fmla="*/ 0 h 1711855"/>
              <a:gd name="connsiteX1" fmla="*/ 1667226 w 1667226"/>
              <a:gd name="connsiteY1" fmla="*/ 373790 h 1711855"/>
              <a:gd name="connsiteX2" fmla="*/ 1667226 w 1667226"/>
              <a:gd name="connsiteY2" fmla="*/ 1711855 h 1711855"/>
              <a:gd name="connsiteX3" fmla="*/ 48502 w 1667226"/>
              <a:gd name="connsiteY3" fmla="*/ 1711855 h 1711855"/>
              <a:gd name="connsiteX4" fmla="*/ 0 w 1667226"/>
              <a:gd name="connsiteY4" fmla="*/ 1684915 h 1711855"/>
              <a:gd name="connsiteX5" fmla="*/ 0 w 1667226"/>
              <a:gd name="connsiteY5" fmla="*/ 564300 h 17118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67226" h="1711855">
                <a:moveTo>
                  <a:pt x="998834" y="0"/>
                </a:moveTo>
                <a:lnTo>
                  <a:pt x="1667226" y="373790"/>
                </a:lnTo>
                <a:lnTo>
                  <a:pt x="1667226" y="1711855"/>
                </a:lnTo>
                <a:lnTo>
                  <a:pt x="48502" y="1711855"/>
                </a:lnTo>
                <a:lnTo>
                  <a:pt x="0" y="1684915"/>
                </a:lnTo>
                <a:lnTo>
                  <a:pt x="0" y="564300"/>
                </a:lnTo>
                <a:close/>
              </a:path>
            </a:pathLst>
          </a:cu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de-DE"/>
            </a:defPPr>
          </a:lstStyle>
          <a:p>
            <a:pPr algn="ctr" rtl="0"/>
            <a:endParaRPr lang="de-DE"/>
          </a:p>
        </p:txBody>
      </p:sp>
      <p:sp>
        <p:nvSpPr>
          <p:cNvPr id="13" name="Freihandform: Form 11">
            <a:extLst>
              <a:ext uri="{FF2B5EF4-FFF2-40B4-BE49-F238E27FC236}">
                <a16:creationId xmlns:a16="http://schemas.microsoft.com/office/drawing/2014/main" id="{A4CA3A93-BDBF-112D-54A0-05BF6B06BCC1}"/>
              </a:ext>
            </a:extLst>
          </p:cNvPr>
          <p:cNvSpPr/>
          <p:nvPr userDrawn="1"/>
        </p:nvSpPr>
        <p:spPr>
          <a:xfrm>
            <a:off x="10177285" y="5347130"/>
            <a:ext cx="748554" cy="85636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2"/>
          </a:solidFill>
          <a:ln w="12700" cap="flat" cmpd="sng" algn="ctr">
            <a:noFill/>
            <a:prstDash val="solid"/>
            <a:miter lim="800000"/>
          </a:ln>
          <a:effectLst/>
        </p:spPr>
        <p:txBody>
          <a:bodyPr rtlCol="0" anchor="ctr">
            <a:noAutofit/>
          </a:bodyPr>
          <a:lstStyle>
            <a:defPPr>
              <a:defRPr lang="de-DE"/>
            </a:defPPr>
          </a:lstStyle>
          <a:p>
            <a:pPr marL="0" marR="0" lvl="0" indent="0" algn="ctr" defTabSz="914400" rtl="0" eaLnBrk="1" fontAlgn="auto" latinLnBrk="0" hangingPunct="1">
              <a:lnSpc>
                <a:spcPct val="100000"/>
              </a:lnSpc>
              <a:spcBef>
                <a:spcPts val="0"/>
              </a:spcBef>
              <a:spcAft>
                <a:spcPts val="0"/>
              </a:spcAft>
              <a:buClrTx/>
              <a:buSzTx/>
              <a:buFontTx/>
              <a:buNone/>
              <a:tabLst/>
              <a:defRPr lang="de-DE"/>
            </a:pPr>
            <a:endParaRPr kumimoji="0" lang="de-DE" sz="1800" b="0" i="0" u="none" strike="noStrike" kern="0" cap="none" spc="0" normalizeH="0" baseline="0" noProof="0">
              <a:ln>
                <a:noFill/>
              </a:ln>
              <a:solidFill>
                <a:prstClr val="white"/>
              </a:solidFill>
              <a:effectLst/>
              <a:uLnTx/>
              <a:uFillTx/>
              <a:latin typeface="Posterama Text SemiBold"/>
              <a:ea typeface="+mn-ea"/>
              <a:cs typeface="+mn-cs"/>
            </a:endParaRPr>
          </a:p>
        </p:txBody>
      </p:sp>
      <p:sp>
        <p:nvSpPr>
          <p:cNvPr id="2" name="Fußzeilenplatzhalter 1">
            <a:extLst>
              <a:ext uri="{FF2B5EF4-FFF2-40B4-BE49-F238E27FC236}">
                <a16:creationId xmlns:a16="http://schemas.microsoft.com/office/drawing/2014/main" id="{5F7A154B-D8F5-C1FB-307D-496380875BD1}"/>
              </a:ext>
            </a:extLst>
          </p:cNvPr>
          <p:cNvSpPr>
            <a:spLocks noGrp="1"/>
          </p:cNvSpPr>
          <p:nvPr>
            <p:ph type="ftr" sz="quarter" idx="28"/>
          </p:nvPr>
        </p:nvSpPr>
        <p:spPr/>
        <p:txBody>
          <a:bodyPr rtlCol="0">
            <a:noAutofit/>
          </a:bodyPr>
          <a:lstStyle>
            <a:defPPr>
              <a:defRPr lang="de-DE"/>
            </a:defPPr>
          </a:lstStyle>
          <a:p>
            <a:pPr rtl="0"/>
            <a:r>
              <a:rPr lang="de-DE" noProof="0"/>
              <a:t>Präsentationstitel</a:t>
            </a:r>
          </a:p>
        </p:txBody>
      </p:sp>
      <p:sp>
        <p:nvSpPr>
          <p:cNvPr id="5" name="Foliennummernplatzhalter 4">
            <a:extLst>
              <a:ext uri="{FF2B5EF4-FFF2-40B4-BE49-F238E27FC236}">
                <a16:creationId xmlns:a16="http://schemas.microsoft.com/office/drawing/2014/main" id="{D728715E-D2CE-A33E-1A28-4E627F239BBE}"/>
              </a:ext>
            </a:extLst>
          </p:cNvPr>
          <p:cNvSpPr>
            <a:spLocks noGrp="1"/>
          </p:cNvSpPr>
          <p:nvPr>
            <p:ph type="sldNum" sz="quarter" idx="29"/>
          </p:nvPr>
        </p:nvSpPr>
        <p:spPr/>
        <p:txBody>
          <a:bodyPr rtlCol="0">
            <a:noAutofit/>
          </a:bodyPr>
          <a:lstStyle>
            <a:defPPr>
              <a:defRPr lang="de-DE"/>
            </a:defPPr>
          </a:lstStyle>
          <a:p>
            <a:pPr rtl="0"/>
            <a:fld id="{47FEACEE-25B4-4A2D-B147-27296E36371D}" type="slidenum">
              <a:rPr lang="de-DE" altLang="zh-CN" noProof="0" smtClean="0"/>
              <a:pPr rtl="0"/>
              <a:t>‹#›</a:t>
            </a:fld>
            <a:endParaRPr lang="de-DE" altLang="zh-CN" noProof="0"/>
          </a:p>
        </p:txBody>
      </p:sp>
    </p:spTree>
    <p:extLst>
      <p:ext uri="{BB962C8B-B14F-4D97-AF65-F5344CB8AC3E}">
        <p14:creationId xmlns:p14="http://schemas.microsoft.com/office/powerpoint/2010/main" val="21212563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Zitieren ">
    <p:spTree>
      <p:nvGrpSpPr>
        <p:cNvPr id="1" name=""/>
        <p:cNvGrpSpPr/>
        <p:nvPr/>
      </p:nvGrpSpPr>
      <p:grpSpPr>
        <a:xfrm>
          <a:off x="0" y="0"/>
          <a:ext cx="0" cy="0"/>
          <a:chOff x="0" y="0"/>
          <a:chExt cx="0" cy="0"/>
        </a:xfrm>
      </p:grpSpPr>
      <p:sp>
        <p:nvSpPr>
          <p:cNvPr id="7" name="Titel 6">
            <a:extLst>
              <a:ext uri="{FF2B5EF4-FFF2-40B4-BE49-F238E27FC236}">
                <a16:creationId xmlns:a16="http://schemas.microsoft.com/office/drawing/2014/main" id="{8BF58E95-E9E1-28E6-FB2F-DE808892233F}"/>
              </a:ext>
            </a:extLst>
          </p:cNvPr>
          <p:cNvSpPr>
            <a:spLocks noGrp="1"/>
          </p:cNvSpPr>
          <p:nvPr>
            <p:ph type="title" hasCustomPrompt="1"/>
          </p:nvPr>
        </p:nvSpPr>
        <p:spPr>
          <a:xfrm>
            <a:off x="6099079" y="1856195"/>
            <a:ext cx="4518122" cy="1688906"/>
          </a:xfrm>
        </p:spPr>
        <p:txBody>
          <a:bodyPr rtlCol="0" anchor="b">
            <a:noAutofit/>
          </a:bodyPr>
          <a:lstStyle>
            <a:lvl1pPr>
              <a:defRPr lang="de-DE" sz="2700">
                <a:latin typeface="+mn-lt"/>
              </a:defRPr>
            </a:lvl1pPr>
          </a:lstStyle>
          <a:p>
            <a:pPr rtl="0"/>
            <a:r>
              <a:rPr lang="de-DE" noProof="0"/>
              <a:t>Hier klicken, um den Textstil zu bearbeiten</a:t>
            </a:r>
          </a:p>
        </p:txBody>
      </p:sp>
      <p:sp>
        <p:nvSpPr>
          <p:cNvPr id="11" name="Untertitel 47">
            <a:extLst>
              <a:ext uri="{FF2B5EF4-FFF2-40B4-BE49-F238E27FC236}">
                <a16:creationId xmlns:a16="http://schemas.microsoft.com/office/drawing/2014/main" id="{3B45AD65-2B81-A368-E5F0-5C61D0B1DFEB}"/>
              </a:ext>
            </a:extLst>
          </p:cNvPr>
          <p:cNvSpPr>
            <a:spLocks noGrp="1"/>
          </p:cNvSpPr>
          <p:nvPr>
            <p:ph type="body" sz="quarter" idx="29" hasCustomPrompt="1"/>
          </p:nvPr>
        </p:nvSpPr>
        <p:spPr>
          <a:xfrm>
            <a:off x="6095999" y="3695015"/>
            <a:ext cx="4672693" cy="1688906"/>
          </a:xfrm>
          <a:prstGeom prst="rect">
            <a:avLst/>
          </a:prstGeom>
        </p:spPr>
        <p:txBody>
          <a:bodyPr rtlCol="0">
            <a:noAutofit/>
          </a:bodyPr>
          <a:lstStyle>
            <a:lvl1pPr marL="0" indent="0">
              <a:lnSpc>
                <a:spcPct val="100000"/>
              </a:lnSpc>
              <a:buNone/>
              <a:defRPr lang="de-DE" sz="1500" b="0">
                <a:solidFill>
                  <a:schemeClr val="accent2"/>
                </a:solidFill>
                <a:latin typeface="+mn-lt"/>
              </a:defRPr>
            </a:lvl1pPr>
            <a:lvl2pPr>
              <a:defRPr lang="de-DE" sz="1000"/>
            </a:lvl2pPr>
            <a:lvl3pPr>
              <a:defRPr lang="de-DE" sz="900"/>
            </a:lvl3pPr>
            <a:lvl4pPr>
              <a:defRPr lang="de-DE" sz="800"/>
            </a:lvl4pPr>
            <a:lvl5pPr>
              <a:defRPr lang="de-DE" sz="800"/>
            </a:lvl5pPr>
          </a:lstStyle>
          <a:p>
            <a:pPr lvl="0" rtl="0"/>
            <a:r>
              <a:rPr lang="de-DE" noProof="0"/>
              <a:t>Textmasterformat durch Klicken bearbeiten </a:t>
            </a:r>
          </a:p>
        </p:txBody>
      </p:sp>
      <p:sp>
        <p:nvSpPr>
          <p:cNvPr id="4" name="Freihandform: Form 5">
            <a:extLst>
              <a:ext uri="{FF2B5EF4-FFF2-40B4-BE49-F238E27FC236}">
                <a16:creationId xmlns:a16="http://schemas.microsoft.com/office/drawing/2014/main" id="{0CA4AA19-0D07-46AB-AC12-64054BBBB499}"/>
              </a:ext>
            </a:extLst>
          </p:cNvPr>
          <p:cNvSpPr/>
          <p:nvPr userDrawn="1"/>
        </p:nvSpPr>
        <p:spPr>
          <a:xfrm>
            <a:off x="3843559" y="722518"/>
            <a:ext cx="1244907" cy="140525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de-DE"/>
            </a:defPPr>
          </a:lstStyle>
          <a:p>
            <a:pPr algn="ctr" rtl="0"/>
            <a:endParaRPr lang="de-DE" noProof="0"/>
          </a:p>
        </p:txBody>
      </p:sp>
      <p:sp>
        <p:nvSpPr>
          <p:cNvPr id="5" name="Freihandform: Form 6">
            <a:extLst>
              <a:ext uri="{FF2B5EF4-FFF2-40B4-BE49-F238E27FC236}">
                <a16:creationId xmlns:a16="http://schemas.microsoft.com/office/drawing/2014/main" id="{DF781D9E-0DF5-4DDA-84E6-35DFB054158C}"/>
              </a:ext>
            </a:extLst>
          </p:cNvPr>
          <p:cNvSpPr/>
          <p:nvPr userDrawn="1"/>
        </p:nvSpPr>
        <p:spPr>
          <a:xfrm>
            <a:off x="1223929" y="1436914"/>
            <a:ext cx="2857005" cy="326977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de-DE"/>
            </a:defPPr>
          </a:lstStyle>
          <a:p>
            <a:pPr algn="ctr" rtl="0"/>
            <a:endParaRPr lang="de-DE" sz="1600" noProof="0"/>
          </a:p>
        </p:txBody>
      </p:sp>
      <p:sp>
        <p:nvSpPr>
          <p:cNvPr id="6" name="Freihandform: Form 7">
            <a:extLst>
              <a:ext uri="{FF2B5EF4-FFF2-40B4-BE49-F238E27FC236}">
                <a16:creationId xmlns:a16="http://schemas.microsoft.com/office/drawing/2014/main" id="{86BA1075-E23C-4BC9-8F67-B2E408F864D2}"/>
              </a:ext>
            </a:extLst>
          </p:cNvPr>
          <p:cNvSpPr/>
          <p:nvPr userDrawn="1"/>
        </p:nvSpPr>
        <p:spPr>
          <a:xfrm>
            <a:off x="758702" y="3457554"/>
            <a:ext cx="1208037" cy="138175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de-DE"/>
            </a:defPPr>
          </a:lstStyle>
          <a:p>
            <a:pPr algn="ctr" rtl="0"/>
            <a:endParaRPr lang="de-DE" noProof="0"/>
          </a:p>
        </p:txBody>
      </p:sp>
      <p:sp>
        <p:nvSpPr>
          <p:cNvPr id="8" name="Freihandform: Form 11">
            <a:extLst>
              <a:ext uri="{FF2B5EF4-FFF2-40B4-BE49-F238E27FC236}">
                <a16:creationId xmlns:a16="http://schemas.microsoft.com/office/drawing/2014/main" id="{B2A4CA75-D17E-243B-9C56-A63C75AF6D56}"/>
              </a:ext>
            </a:extLst>
          </p:cNvPr>
          <p:cNvSpPr/>
          <p:nvPr userDrawn="1"/>
        </p:nvSpPr>
        <p:spPr>
          <a:xfrm>
            <a:off x="2917915" y="4662164"/>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2"/>
          </a:solidFill>
          <a:ln w="12700" cap="flat" cmpd="sng" algn="ctr">
            <a:noFill/>
            <a:prstDash val="solid"/>
            <a:miter lim="800000"/>
          </a:ln>
          <a:effectLst/>
        </p:spPr>
        <p:txBody>
          <a:bodyPr rtlCol="0" anchor="ctr">
            <a:noAutofit/>
          </a:bodyPr>
          <a:lstStyle>
            <a:defPPr>
              <a:defRPr lang="de-DE"/>
            </a:defPPr>
          </a:lstStyle>
          <a:p>
            <a:pPr marL="0" marR="0" lvl="0" indent="0" algn="ctr" defTabSz="914400" rtl="0" eaLnBrk="1" fontAlgn="auto" latinLnBrk="0" hangingPunct="1">
              <a:lnSpc>
                <a:spcPct val="100000"/>
              </a:lnSpc>
              <a:spcBef>
                <a:spcPts val="0"/>
              </a:spcBef>
              <a:spcAft>
                <a:spcPts val="0"/>
              </a:spcAft>
              <a:buClrTx/>
              <a:buSzTx/>
              <a:buFontTx/>
              <a:buNone/>
              <a:tabLst/>
              <a:defRPr lang="de-DE"/>
            </a:pPr>
            <a:endParaRPr kumimoji="0" lang="de-DE" sz="1800" b="0" i="0" u="none" strike="noStrike" kern="0" cap="none" spc="0" normalizeH="0" baseline="0" noProof="0">
              <a:ln>
                <a:noFill/>
              </a:ln>
              <a:solidFill>
                <a:prstClr val="white"/>
              </a:solidFill>
              <a:effectLst/>
              <a:uLnTx/>
              <a:uFillTx/>
              <a:latin typeface="Posterama Text SemiBold"/>
              <a:ea typeface="+mn-ea"/>
              <a:cs typeface="+mn-cs"/>
            </a:endParaRPr>
          </a:p>
        </p:txBody>
      </p:sp>
      <p:sp>
        <p:nvSpPr>
          <p:cNvPr id="3" name="Fußzeilenplatzhalter 2">
            <a:extLst>
              <a:ext uri="{FF2B5EF4-FFF2-40B4-BE49-F238E27FC236}">
                <a16:creationId xmlns:a16="http://schemas.microsoft.com/office/drawing/2014/main" id="{7964077E-956B-EA3A-700F-A833D82341FE}"/>
              </a:ext>
            </a:extLst>
          </p:cNvPr>
          <p:cNvSpPr>
            <a:spLocks noGrp="1"/>
          </p:cNvSpPr>
          <p:nvPr>
            <p:ph type="ftr" sz="quarter" idx="30"/>
          </p:nvPr>
        </p:nvSpPr>
        <p:spPr/>
        <p:txBody>
          <a:bodyPr rtlCol="0">
            <a:noAutofit/>
          </a:bodyPr>
          <a:lstStyle>
            <a:defPPr>
              <a:defRPr lang="de-DE"/>
            </a:defPPr>
          </a:lstStyle>
          <a:p>
            <a:pPr rtl="0"/>
            <a:r>
              <a:rPr lang="de-DE" noProof="0"/>
              <a:t>Präsentationstitel</a:t>
            </a:r>
          </a:p>
        </p:txBody>
      </p:sp>
      <p:sp>
        <p:nvSpPr>
          <p:cNvPr id="10" name="Foliennummernplatzhalter 9">
            <a:extLst>
              <a:ext uri="{FF2B5EF4-FFF2-40B4-BE49-F238E27FC236}">
                <a16:creationId xmlns:a16="http://schemas.microsoft.com/office/drawing/2014/main" id="{8ED455D4-27F3-B6AD-2A20-7475F307E5E4}"/>
              </a:ext>
            </a:extLst>
          </p:cNvPr>
          <p:cNvSpPr>
            <a:spLocks noGrp="1"/>
          </p:cNvSpPr>
          <p:nvPr>
            <p:ph type="sldNum" sz="quarter" idx="31"/>
          </p:nvPr>
        </p:nvSpPr>
        <p:spPr/>
        <p:txBody>
          <a:bodyPr rtlCol="0">
            <a:noAutofit/>
          </a:bodyPr>
          <a:lstStyle>
            <a:defPPr>
              <a:defRPr lang="de-DE"/>
            </a:defPPr>
          </a:lstStyle>
          <a:p>
            <a:pPr rtl="0"/>
            <a:fld id="{47FEACEE-25B4-4A2D-B147-27296E36371D}" type="slidenum">
              <a:rPr lang="de-DE" altLang="zh-CN" noProof="0" smtClean="0"/>
              <a:pPr rtl="0"/>
              <a:t>‹#›</a:t>
            </a:fld>
            <a:endParaRPr lang="de-DE" altLang="zh-CN" noProof="0"/>
          </a:p>
        </p:txBody>
      </p:sp>
    </p:spTree>
    <p:extLst>
      <p:ext uri="{BB962C8B-B14F-4D97-AF65-F5344CB8AC3E}">
        <p14:creationId xmlns:p14="http://schemas.microsoft.com/office/powerpoint/2010/main" val="1256412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 Teammitglieder">
    <p:spTree>
      <p:nvGrpSpPr>
        <p:cNvPr id="1" name=""/>
        <p:cNvGrpSpPr/>
        <p:nvPr/>
      </p:nvGrpSpPr>
      <p:grpSpPr>
        <a:xfrm>
          <a:off x="0" y="0"/>
          <a:ext cx="0" cy="0"/>
          <a:chOff x="0" y="0"/>
          <a:chExt cx="0" cy="0"/>
        </a:xfrm>
      </p:grpSpPr>
      <p:sp>
        <p:nvSpPr>
          <p:cNvPr id="16" name="Titelplatzhalter 4">
            <a:extLst>
              <a:ext uri="{FF2B5EF4-FFF2-40B4-BE49-F238E27FC236}">
                <a16:creationId xmlns:a16="http://schemas.microsoft.com/office/drawing/2014/main" id="{DCA6F28B-ACF1-D3CB-8968-4F64BEA02E9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lvl1pPr algn="ctr">
              <a:defRPr lang="de-DE"/>
            </a:lvl1pPr>
          </a:lstStyle>
          <a:p>
            <a:pPr rtl="0"/>
            <a:r>
              <a:rPr lang="de-DE"/>
              <a:t>Mastertitelformat bearbeiten</a:t>
            </a:r>
          </a:p>
        </p:txBody>
      </p:sp>
      <p:sp>
        <p:nvSpPr>
          <p:cNvPr id="60" name="Inhaltsplatzhalter 47">
            <a:extLst>
              <a:ext uri="{FF2B5EF4-FFF2-40B4-BE49-F238E27FC236}">
                <a16:creationId xmlns:a16="http://schemas.microsoft.com/office/drawing/2014/main" id="{E2F72F6F-0172-47B0-8D9E-0EED383332E2}"/>
              </a:ext>
            </a:extLst>
          </p:cNvPr>
          <p:cNvSpPr>
            <a:spLocks noGrp="1"/>
          </p:cNvSpPr>
          <p:nvPr>
            <p:ph type="pic" sz="quarter" idx="48"/>
          </p:nvPr>
        </p:nvSpPr>
        <p:spPr>
          <a:xfrm>
            <a:off x="1114798" y="2560353"/>
            <a:ext cx="2368061" cy="2102177"/>
          </a:xfrm>
          <a:prstGeom prst="hexagon">
            <a:avLst>
              <a:gd name="adj" fmla="val 28349"/>
              <a:gd name="vf" fmla="val 115470"/>
            </a:avLst>
          </a:prstGeom>
          <a:ln>
            <a:noFill/>
          </a:ln>
        </p:spPr>
        <p:txBody>
          <a:bodyPr rtlCol="0" anchor="ctr">
            <a:noAutofit/>
          </a:bodyPr>
          <a:lstStyle>
            <a:lvl1pPr marL="0" indent="0" algn="l">
              <a:buFontTx/>
              <a:buNone/>
              <a:defRPr lang="de-DE" sz="1050">
                <a:solidFill>
                  <a:schemeClr val="bg1"/>
                </a:solidFill>
              </a:defRPr>
            </a:lvl1pPr>
          </a:lstStyle>
          <a:p>
            <a:pPr rtl="0"/>
            <a:r>
              <a:rPr lang="de-DE"/>
              <a:t>Bild durch Klicken auf Symbol hinzufügen</a:t>
            </a:r>
            <a:endParaRPr lang="de-DE" altLang="zh-CN"/>
          </a:p>
        </p:txBody>
      </p:sp>
      <p:sp>
        <p:nvSpPr>
          <p:cNvPr id="52" name="Inhaltsplatzhalter 47" descr="Klicken Sie, um ein Bild hinzuzufügen.">
            <a:extLst>
              <a:ext uri="{FF2B5EF4-FFF2-40B4-BE49-F238E27FC236}">
                <a16:creationId xmlns:a16="http://schemas.microsoft.com/office/drawing/2014/main" id="{2369DDD8-CFC2-4980-A0DB-411AA173B475}"/>
              </a:ext>
            </a:extLst>
          </p:cNvPr>
          <p:cNvSpPr>
            <a:spLocks noGrp="1"/>
          </p:cNvSpPr>
          <p:nvPr>
            <p:ph type="body" sz="quarter" idx="27" hasCustomPrompt="1"/>
          </p:nvPr>
        </p:nvSpPr>
        <p:spPr>
          <a:xfrm>
            <a:off x="1214003" y="4764289"/>
            <a:ext cx="2098039" cy="506399"/>
          </a:xfrm>
          <a:prstGeom prst="rect">
            <a:avLst/>
          </a:prstGeom>
        </p:spPr>
        <p:txBody>
          <a:bodyPr rtlCol="0" anchor="b">
            <a:noAutofit/>
          </a:bodyPr>
          <a:lstStyle>
            <a:lvl1pPr marL="0" indent="0" algn="ctr">
              <a:lnSpc>
                <a:spcPct val="100000"/>
              </a:lnSpc>
              <a:buNone/>
              <a:defRPr lang="de-DE" sz="1800" b="1" i="0">
                <a:solidFill>
                  <a:schemeClr val="bg1"/>
                </a:solidFill>
                <a:latin typeface="+mn-lt"/>
                <a:ea typeface="+mj-ea"/>
              </a:defRPr>
            </a:lvl1pPr>
            <a:lvl2pPr>
              <a:defRPr lang="de-DE" sz="1000"/>
            </a:lvl2pPr>
            <a:lvl3pPr>
              <a:defRPr lang="de-DE" sz="900"/>
            </a:lvl3pPr>
            <a:lvl4pPr>
              <a:defRPr lang="de-DE" sz="800"/>
            </a:lvl4pPr>
            <a:lvl5pPr>
              <a:defRPr lang="de-DE" sz="800"/>
            </a:lvl5pPr>
          </a:lstStyle>
          <a:p>
            <a:pPr lvl="0" rtl="0"/>
            <a:r>
              <a:rPr lang="de-DE"/>
              <a:t>Titelmasterformat durch Klicken bearbeiten </a:t>
            </a:r>
          </a:p>
        </p:txBody>
      </p:sp>
      <p:sp>
        <p:nvSpPr>
          <p:cNvPr id="53" name="Inhaltsplatzhalter 47">
            <a:extLst>
              <a:ext uri="{FF2B5EF4-FFF2-40B4-BE49-F238E27FC236}">
                <a16:creationId xmlns:a16="http://schemas.microsoft.com/office/drawing/2014/main" id="{B66AC261-5929-40D2-A646-8F16675DE383}"/>
              </a:ext>
            </a:extLst>
          </p:cNvPr>
          <p:cNvSpPr>
            <a:spLocks noGrp="1"/>
          </p:cNvSpPr>
          <p:nvPr>
            <p:ph type="body" sz="quarter" idx="28" hasCustomPrompt="1"/>
          </p:nvPr>
        </p:nvSpPr>
        <p:spPr>
          <a:xfrm>
            <a:off x="1214003" y="5295180"/>
            <a:ext cx="2098038" cy="506399"/>
          </a:xfrm>
          <a:prstGeom prst="rect">
            <a:avLst/>
          </a:prstGeom>
        </p:spPr>
        <p:txBody>
          <a:bodyPr rtlCol="0">
            <a:noAutofit/>
          </a:bodyPr>
          <a:lstStyle>
            <a:lvl1pPr marL="0" indent="0" algn="ctr">
              <a:lnSpc>
                <a:spcPct val="100000"/>
              </a:lnSpc>
              <a:buNone/>
              <a:defRPr lang="de-DE" sz="1400" b="0">
                <a:solidFill>
                  <a:schemeClr val="bg1"/>
                </a:solidFill>
                <a:latin typeface="+mn-lt"/>
              </a:defRPr>
            </a:lvl1pPr>
            <a:lvl2pPr>
              <a:defRPr lang="de-DE" sz="1000"/>
            </a:lvl2pPr>
            <a:lvl3pPr>
              <a:defRPr lang="de-DE" sz="900"/>
            </a:lvl3pPr>
            <a:lvl4pPr>
              <a:defRPr lang="de-DE" sz="800"/>
            </a:lvl4pPr>
            <a:lvl5pPr>
              <a:defRPr lang="de-DE" sz="800"/>
            </a:lvl5pPr>
          </a:lstStyle>
          <a:p>
            <a:pPr lvl="0" rtl="0"/>
            <a:r>
              <a:rPr lang="de-DE"/>
              <a:t>Textmasterformat durch Klicken bearbeiten </a:t>
            </a:r>
          </a:p>
        </p:txBody>
      </p:sp>
      <p:sp>
        <p:nvSpPr>
          <p:cNvPr id="61" name="Inhaltsplatzhalter 47">
            <a:extLst>
              <a:ext uri="{FF2B5EF4-FFF2-40B4-BE49-F238E27FC236}">
                <a16:creationId xmlns:a16="http://schemas.microsoft.com/office/drawing/2014/main" id="{B33A9FB2-1610-4389-B352-D99255F77BEC}"/>
              </a:ext>
            </a:extLst>
          </p:cNvPr>
          <p:cNvSpPr>
            <a:spLocks noGrp="1"/>
          </p:cNvSpPr>
          <p:nvPr>
            <p:ph type="pic" sz="quarter" idx="49"/>
          </p:nvPr>
        </p:nvSpPr>
        <p:spPr>
          <a:xfrm>
            <a:off x="3623536" y="1840730"/>
            <a:ext cx="2368061" cy="2102177"/>
          </a:xfrm>
          <a:prstGeom prst="hexagon">
            <a:avLst>
              <a:gd name="adj" fmla="val 28349"/>
              <a:gd name="vf" fmla="val 115470"/>
            </a:avLst>
          </a:prstGeom>
          <a:ln>
            <a:noFill/>
          </a:ln>
        </p:spPr>
        <p:txBody>
          <a:bodyPr rtlCol="0" anchor="ctr">
            <a:noAutofit/>
          </a:bodyPr>
          <a:lstStyle>
            <a:lvl1pPr marL="0" indent="0" algn="l">
              <a:buFontTx/>
              <a:buNone/>
              <a:defRPr lang="de-DE" sz="1050">
                <a:solidFill>
                  <a:schemeClr val="bg1"/>
                </a:solidFill>
              </a:defRPr>
            </a:lvl1pPr>
          </a:lstStyle>
          <a:p>
            <a:pPr rtl="0"/>
            <a:r>
              <a:rPr lang="de-DE"/>
              <a:t>Bild durch Klicken auf Symbol hinzufügen</a:t>
            </a:r>
            <a:endParaRPr lang="de-DE" altLang="zh-CN"/>
          </a:p>
        </p:txBody>
      </p:sp>
      <p:sp>
        <p:nvSpPr>
          <p:cNvPr id="21" name="Inhaltsplatzhalter 47" descr="Klicken Sie, um ein Bild hinzuzufügen.">
            <a:extLst>
              <a:ext uri="{FF2B5EF4-FFF2-40B4-BE49-F238E27FC236}">
                <a16:creationId xmlns:a16="http://schemas.microsoft.com/office/drawing/2014/main" id="{DEE851A8-3FB7-B319-A053-BE08A45763C5}"/>
              </a:ext>
            </a:extLst>
          </p:cNvPr>
          <p:cNvSpPr>
            <a:spLocks noGrp="1"/>
          </p:cNvSpPr>
          <p:nvPr>
            <p:ph type="body" sz="quarter" idx="54" hasCustomPrompt="1"/>
          </p:nvPr>
        </p:nvSpPr>
        <p:spPr>
          <a:xfrm>
            <a:off x="3720440" y="4045832"/>
            <a:ext cx="2098039" cy="506399"/>
          </a:xfrm>
          <a:prstGeom prst="rect">
            <a:avLst/>
          </a:prstGeom>
        </p:spPr>
        <p:txBody>
          <a:bodyPr rtlCol="0" anchor="b">
            <a:noAutofit/>
          </a:bodyPr>
          <a:lstStyle>
            <a:lvl1pPr marL="0" indent="0" algn="ctr">
              <a:lnSpc>
                <a:spcPct val="100000"/>
              </a:lnSpc>
              <a:buNone/>
              <a:defRPr lang="de-DE" sz="1800" b="1" i="0">
                <a:solidFill>
                  <a:schemeClr val="bg1"/>
                </a:solidFill>
                <a:latin typeface="+mn-lt"/>
                <a:ea typeface="+mj-ea"/>
              </a:defRPr>
            </a:lvl1pPr>
            <a:lvl2pPr>
              <a:defRPr lang="de-DE" sz="1000"/>
            </a:lvl2pPr>
            <a:lvl3pPr>
              <a:defRPr lang="de-DE" sz="900"/>
            </a:lvl3pPr>
            <a:lvl4pPr>
              <a:defRPr lang="de-DE" sz="800"/>
            </a:lvl4pPr>
            <a:lvl5pPr>
              <a:defRPr lang="de-DE" sz="800"/>
            </a:lvl5pPr>
          </a:lstStyle>
          <a:p>
            <a:pPr lvl="0" rtl="0"/>
            <a:r>
              <a:rPr lang="de-DE"/>
              <a:t>Titelmasterformat durch Klicken bearbeiten </a:t>
            </a:r>
          </a:p>
        </p:txBody>
      </p:sp>
      <p:sp>
        <p:nvSpPr>
          <p:cNvPr id="22" name="Inhaltsplatzhalter 47">
            <a:extLst>
              <a:ext uri="{FF2B5EF4-FFF2-40B4-BE49-F238E27FC236}">
                <a16:creationId xmlns:a16="http://schemas.microsoft.com/office/drawing/2014/main" id="{5743B59B-3EAA-B249-07CE-9C9C5B0B6AB1}"/>
              </a:ext>
            </a:extLst>
          </p:cNvPr>
          <p:cNvSpPr>
            <a:spLocks noGrp="1"/>
          </p:cNvSpPr>
          <p:nvPr>
            <p:ph type="body" sz="quarter" idx="55" hasCustomPrompt="1"/>
          </p:nvPr>
        </p:nvSpPr>
        <p:spPr>
          <a:xfrm>
            <a:off x="3720440" y="4576723"/>
            <a:ext cx="2098038" cy="506399"/>
          </a:xfrm>
          <a:prstGeom prst="rect">
            <a:avLst/>
          </a:prstGeom>
        </p:spPr>
        <p:txBody>
          <a:bodyPr rtlCol="0">
            <a:noAutofit/>
          </a:bodyPr>
          <a:lstStyle>
            <a:lvl1pPr marL="0" indent="0" algn="ctr">
              <a:lnSpc>
                <a:spcPct val="100000"/>
              </a:lnSpc>
              <a:buNone/>
              <a:defRPr lang="de-DE" sz="1400" b="0">
                <a:solidFill>
                  <a:schemeClr val="bg1"/>
                </a:solidFill>
                <a:latin typeface="+mn-lt"/>
              </a:defRPr>
            </a:lvl1pPr>
            <a:lvl2pPr>
              <a:defRPr lang="de-DE" sz="1000"/>
            </a:lvl2pPr>
            <a:lvl3pPr>
              <a:defRPr lang="de-DE" sz="900"/>
            </a:lvl3pPr>
            <a:lvl4pPr>
              <a:defRPr lang="de-DE" sz="800"/>
            </a:lvl4pPr>
            <a:lvl5pPr>
              <a:defRPr lang="de-DE" sz="800"/>
            </a:lvl5pPr>
          </a:lstStyle>
          <a:p>
            <a:pPr lvl="0" rtl="0"/>
            <a:r>
              <a:rPr lang="de-DE"/>
              <a:t>Textmasterformat durch Klicken bearbeiten </a:t>
            </a:r>
          </a:p>
        </p:txBody>
      </p:sp>
      <p:sp>
        <p:nvSpPr>
          <p:cNvPr id="62" name="Inhaltsplatzhalter 47">
            <a:extLst>
              <a:ext uri="{FF2B5EF4-FFF2-40B4-BE49-F238E27FC236}">
                <a16:creationId xmlns:a16="http://schemas.microsoft.com/office/drawing/2014/main" id="{0AC60B87-71AC-4AA8-9AE7-B3B427BACB12}"/>
              </a:ext>
            </a:extLst>
          </p:cNvPr>
          <p:cNvSpPr>
            <a:spLocks noGrp="1"/>
          </p:cNvSpPr>
          <p:nvPr>
            <p:ph type="pic" sz="quarter" idx="50"/>
          </p:nvPr>
        </p:nvSpPr>
        <p:spPr>
          <a:xfrm>
            <a:off x="6113401" y="2560353"/>
            <a:ext cx="2368061" cy="2102177"/>
          </a:xfrm>
          <a:prstGeom prst="hexagon">
            <a:avLst>
              <a:gd name="adj" fmla="val 28349"/>
              <a:gd name="vf" fmla="val 115470"/>
            </a:avLst>
          </a:prstGeom>
          <a:ln>
            <a:noFill/>
          </a:ln>
        </p:spPr>
        <p:txBody>
          <a:bodyPr rtlCol="0" anchor="ctr">
            <a:noAutofit/>
          </a:bodyPr>
          <a:lstStyle>
            <a:lvl1pPr marL="0" indent="0" algn="l">
              <a:buFontTx/>
              <a:buNone/>
              <a:defRPr lang="de-DE" sz="1050">
                <a:solidFill>
                  <a:schemeClr val="bg1"/>
                </a:solidFill>
              </a:defRPr>
            </a:lvl1pPr>
          </a:lstStyle>
          <a:p>
            <a:pPr rtl="0"/>
            <a:r>
              <a:rPr lang="de-DE"/>
              <a:t>Bild durch Klicken auf Symbol hinzufügen</a:t>
            </a:r>
            <a:endParaRPr lang="de-DE" altLang="zh-CN"/>
          </a:p>
        </p:txBody>
      </p:sp>
      <p:sp>
        <p:nvSpPr>
          <p:cNvPr id="19" name="Inhaltsplatzhalter 47" descr="Klicken Sie, um ein Bild hinzuzufügen.">
            <a:extLst>
              <a:ext uri="{FF2B5EF4-FFF2-40B4-BE49-F238E27FC236}">
                <a16:creationId xmlns:a16="http://schemas.microsoft.com/office/drawing/2014/main" id="{110FBA5D-2CEB-4D44-16CA-0F24099B1401}"/>
              </a:ext>
            </a:extLst>
          </p:cNvPr>
          <p:cNvSpPr>
            <a:spLocks noGrp="1"/>
          </p:cNvSpPr>
          <p:nvPr>
            <p:ph type="body" sz="quarter" idx="52" hasCustomPrompt="1"/>
          </p:nvPr>
        </p:nvSpPr>
        <p:spPr>
          <a:xfrm>
            <a:off x="6218710" y="4764289"/>
            <a:ext cx="2098039" cy="506399"/>
          </a:xfrm>
          <a:prstGeom prst="rect">
            <a:avLst/>
          </a:prstGeom>
        </p:spPr>
        <p:txBody>
          <a:bodyPr rtlCol="0" anchor="b">
            <a:noAutofit/>
          </a:bodyPr>
          <a:lstStyle>
            <a:lvl1pPr marL="0" indent="0" algn="ctr">
              <a:lnSpc>
                <a:spcPct val="100000"/>
              </a:lnSpc>
              <a:buNone/>
              <a:defRPr lang="de-DE" sz="1800" b="1" i="0">
                <a:solidFill>
                  <a:schemeClr val="bg1"/>
                </a:solidFill>
                <a:latin typeface="+mn-lt"/>
                <a:ea typeface="+mj-ea"/>
              </a:defRPr>
            </a:lvl1pPr>
            <a:lvl2pPr>
              <a:defRPr lang="de-DE" sz="1000"/>
            </a:lvl2pPr>
            <a:lvl3pPr>
              <a:defRPr lang="de-DE" sz="900"/>
            </a:lvl3pPr>
            <a:lvl4pPr>
              <a:defRPr lang="de-DE" sz="800"/>
            </a:lvl4pPr>
            <a:lvl5pPr>
              <a:defRPr lang="de-DE" sz="800"/>
            </a:lvl5pPr>
          </a:lstStyle>
          <a:p>
            <a:pPr lvl="0" rtl="0"/>
            <a:r>
              <a:rPr lang="de-DE"/>
              <a:t>Titelmasterformat durch Klicken bearbeiten </a:t>
            </a:r>
          </a:p>
        </p:txBody>
      </p:sp>
      <p:sp>
        <p:nvSpPr>
          <p:cNvPr id="20" name="Inhaltsplatzhalter 47">
            <a:extLst>
              <a:ext uri="{FF2B5EF4-FFF2-40B4-BE49-F238E27FC236}">
                <a16:creationId xmlns:a16="http://schemas.microsoft.com/office/drawing/2014/main" id="{2108E774-D145-FA07-58F1-7DB37A30A596}"/>
              </a:ext>
            </a:extLst>
          </p:cNvPr>
          <p:cNvSpPr>
            <a:spLocks noGrp="1"/>
          </p:cNvSpPr>
          <p:nvPr>
            <p:ph type="body" sz="quarter" idx="53" hasCustomPrompt="1"/>
          </p:nvPr>
        </p:nvSpPr>
        <p:spPr>
          <a:xfrm>
            <a:off x="6218710" y="5295180"/>
            <a:ext cx="2098038" cy="506399"/>
          </a:xfrm>
          <a:prstGeom prst="rect">
            <a:avLst/>
          </a:prstGeom>
        </p:spPr>
        <p:txBody>
          <a:bodyPr rtlCol="0">
            <a:noAutofit/>
          </a:bodyPr>
          <a:lstStyle>
            <a:lvl1pPr marL="0" indent="0" algn="ctr">
              <a:lnSpc>
                <a:spcPct val="100000"/>
              </a:lnSpc>
              <a:buNone/>
              <a:defRPr lang="de-DE" sz="1400" b="0">
                <a:solidFill>
                  <a:schemeClr val="bg1"/>
                </a:solidFill>
                <a:latin typeface="+mn-lt"/>
              </a:defRPr>
            </a:lvl1pPr>
            <a:lvl2pPr>
              <a:defRPr lang="de-DE" sz="1000"/>
            </a:lvl2pPr>
            <a:lvl3pPr>
              <a:defRPr lang="de-DE" sz="900"/>
            </a:lvl3pPr>
            <a:lvl4pPr>
              <a:defRPr lang="de-DE" sz="800"/>
            </a:lvl4pPr>
            <a:lvl5pPr>
              <a:defRPr lang="de-DE" sz="800"/>
            </a:lvl5pPr>
          </a:lstStyle>
          <a:p>
            <a:pPr lvl="0" rtl="0"/>
            <a:r>
              <a:rPr lang="de-DE"/>
              <a:t>Textmasterformat durch Klicken bearbeiten </a:t>
            </a:r>
          </a:p>
        </p:txBody>
      </p:sp>
      <p:sp>
        <p:nvSpPr>
          <p:cNvPr id="63" name="Inhaltsplatzhalter 47">
            <a:extLst>
              <a:ext uri="{FF2B5EF4-FFF2-40B4-BE49-F238E27FC236}">
                <a16:creationId xmlns:a16="http://schemas.microsoft.com/office/drawing/2014/main" id="{05B25D7D-82BA-4FF5-9C92-4AD181847515}"/>
              </a:ext>
            </a:extLst>
          </p:cNvPr>
          <p:cNvSpPr>
            <a:spLocks noGrp="1"/>
          </p:cNvSpPr>
          <p:nvPr>
            <p:ph type="pic" sz="quarter" idx="51"/>
          </p:nvPr>
        </p:nvSpPr>
        <p:spPr>
          <a:xfrm>
            <a:off x="8500328" y="1836331"/>
            <a:ext cx="2368061" cy="2102177"/>
          </a:xfrm>
          <a:prstGeom prst="hexagon">
            <a:avLst>
              <a:gd name="adj" fmla="val 28349"/>
              <a:gd name="vf" fmla="val 115470"/>
            </a:avLst>
          </a:prstGeom>
          <a:ln>
            <a:noFill/>
          </a:ln>
        </p:spPr>
        <p:txBody>
          <a:bodyPr rtlCol="0" anchor="ctr">
            <a:noAutofit/>
          </a:bodyPr>
          <a:lstStyle>
            <a:lvl1pPr marL="0" indent="0" algn="l">
              <a:buFontTx/>
              <a:buNone/>
              <a:defRPr lang="de-DE" sz="1050">
                <a:solidFill>
                  <a:schemeClr val="bg1"/>
                </a:solidFill>
              </a:defRPr>
            </a:lvl1pPr>
          </a:lstStyle>
          <a:p>
            <a:pPr rtl="0"/>
            <a:r>
              <a:rPr lang="de-DE"/>
              <a:t>Bild durch Klicken auf Symbol hinzufügen</a:t>
            </a:r>
            <a:endParaRPr lang="de-DE" altLang="zh-CN"/>
          </a:p>
        </p:txBody>
      </p:sp>
      <p:sp>
        <p:nvSpPr>
          <p:cNvPr id="25" name="Inhaltsplatzhalter 47" descr="Klicken Sie, um ein Bild hinzuzufügen.">
            <a:extLst>
              <a:ext uri="{FF2B5EF4-FFF2-40B4-BE49-F238E27FC236}">
                <a16:creationId xmlns:a16="http://schemas.microsoft.com/office/drawing/2014/main" id="{A9C2624B-E6E6-C673-E8FF-F4BF909C3AC2}"/>
              </a:ext>
            </a:extLst>
          </p:cNvPr>
          <p:cNvSpPr>
            <a:spLocks noGrp="1"/>
          </p:cNvSpPr>
          <p:nvPr>
            <p:ph type="body" sz="quarter" idx="56" hasCustomPrompt="1"/>
          </p:nvPr>
        </p:nvSpPr>
        <p:spPr>
          <a:xfrm>
            <a:off x="8635340" y="4045832"/>
            <a:ext cx="2098039" cy="506399"/>
          </a:xfrm>
          <a:prstGeom prst="rect">
            <a:avLst/>
          </a:prstGeom>
        </p:spPr>
        <p:txBody>
          <a:bodyPr rtlCol="0" anchor="b">
            <a:noAutofit/>
          </a:bodyPr>
          <a:lstStyle>
            <a:lvl1pPr marL="0" indent="0" algn="ctr">
              <a:lnSpc>
                <a:spcPct val="100000"/>
              </a:lnSpc>
              <a:buNone/>
              <a:defRPr lang="de-DE" sz="1800" b="1" i="0">
                <a:solidFill>
                  <a:schemeClr val="bg1"/>
                </a:solidFill>
                <a:latin typeface="+mn-lt"/>
                <a:ea typeface="+mj-ea"/>
              </a:defRPr>
            </a:lvl1pPr>
            <a:lvl2pPr>
              <a:defRPr lang="de-DE" sz="1000"/>
            </a:lvl2pPr>
            <a:lvl3pPr>
              <a:defRPr lang="de-DE" sz="900"/>
            </a:lvl3pPr>
            <a:lvl4pPr>
              <a:defRPr lang="de-DE" sz="800"/>
            </a:lvl4pPr>
            <a:lvl5pPr>
              <a:defRPr lang="de-DE" sz="800"/>
            </a:lvl5pPr>
          </a:lstStyle>
          <a:p>
            <a:pPr lvl="0" rtl="0"/>
            <a:r>
              <a:rPr lang="de-DE"/>
              <a:t>Titelmasterformat durch Klicken bearbeiten </a:t>
            </a:r>
          </a:p>
        </p:txBody>
      </p:sp>
      <p:sp>
        <p:nvSpPr>
          <p:cNvPr id="26" name="Inhaltsplatzhalter 47">
            <a:extLst>
              <a:ext uri="{FF2B5EF4-FFF2-40B4-BE49-F238E27FC236}">
                <a16:creationId xmlns:a16="http://schemas.microsoft.com/office/drawing/2014/main" id="{A003837A-CCD7-3699-D86F-CB884CA4C675}"/>
              </a:ext>
            </a:extLst>
          </p:cNvPr>
          <p:cNvSpPr>
            <a:spLocks noGrp="1"/>
          </p:cNvSpPr>
          <p:nvPr>
            <p:ph type="body" sz="quarter" idx="57" hasCustomPrompt="1"/>
          </p:nvPr>
        </p:nvSpPr>
        <p:spPr>
          <a:xfrm>
            <a:off x="8635340" y="4576723"/>
            <a:ext cx="2098038" cy="506399"/>
          </a:xfrm>
          <a:prstGeom prst="rect">
            <a:avLst/>
          </a:prstGeom>
        </p:spPr>
        <p:txBody>
          <a:bodyPr rtlCol="0">
            <a:noAutofit/>
          </a:bodyPr>
          <a:lstStyle>
            <a:lvl1pPr marL="0" indent="0" algn="ctr">
              <a:lnSpc>
                <a:spcPct val="100000"/>
              </a:lnSpc>
              <a:buNone/>
              <a:defRPr lang="de-DE" sz="1400" b="0">
                <a:solidFill>
                  <a:schemeClr val="bg1"/>
                </a:solidFill>
                <a:latin typeface="+mn-lt"/>
              </a:defRPr>
            </a:lvl1pPr>
            <a:lvl2pPr>
              <a:defRPr lang="de-DE" sz="1000"/>
            </a:lvl2pPr>
            <a:lvl3pPr>
              <a:defRPr lang="de-DE" sz="900"/>
            </a:lvl3pPr>
            <a:lvl4pPr>
              <a:defRPr lang="de-DE" sz="800"/>
            </a:lvl4pPr>
            <a:lvl5pPr>
              <a:defRPr lang="de-DE" sz="800"/>
            </a:lvl5pPr>
          </a:lstStyle>
          <a:p>
            <a:pPr lvl="0" rtl="0"/>
            <a:r>
              <a:rPr lang="de-DE"/>
              <a:t>Textmasterformat durch Klicken bearbeiten </a:t>
            </a:r>
          </a:p>
        </p:txBody>
      </p:sp>
      <p:sp>
        <p:nvSpPr>
          <p:cNvPr id="2" name="Fußzeilenplatzhalter 1">
            <a:extLst>
              <a:ext uri="{FF2B5EF4-FFF2-40B4-BE49-F238E27FC236}">
                <a16:creationId xmlns:a16="http://schemas.microsoft.com/office/drawing/2014/main" id="{89028585-56FF-7B3D-783D-D06964F7C099}"/>
              </a:ext>
            </a:extLst>
          </p:cNvPr>
          <p:cNvSpPr>
            <a:spLocks noGrp="1"/>
          </p:cNvSpPr>
          <p:nvPr>
            <p:ph type="ftr" sz="quarter" idx="58"/>
          </p:nvPr>
        </p:nvSpPr>
        <p:spPr/>
        <p:txBody>
          <a:bodyPr rtlCol="0">
            <a:noAutofit/>
          </a:bodyPr>
          <a:lstStyle>
            <a:defPPr>
              <a:defRPr lang="de-DE"/>
            </a:defPPr>
          </a:lstStyle>
          <a:p>
            <a:pPr rtl="0"/>
            <a:r>
              <a:rPr lang="de-DE" noProof="0"/>
              <a:t>Präsentationstitel</a:t>
            </a:r>
          </a:p>
        </p:txBody>
      </p:sp>
      <p:sp>
        <p:nvSpPr>
          <p:cNvPr id="3" name="Foliennummernplatzhalter 2">
            <a:extLst>
              <a:ext uri="{FF2B5EF4-FFF2-40B4-BE49-F238E27FC236}">
                <a16:creationId xmlns:a16="http://schemas.microsoft.com/office/drawing/2014/main" id="{7D090978-DDC9-0FA2-2CFD-733C8B854F3C}"/>
              </a:ext>
            </a:extLst>
          </p:cNvPr>
          <p:cNvSpPr>
            <a:spLocks noGrp="1"/>
          </p:cNvSpPr>
          <p:nvPr>
            <p:ph type="sldNum" sz="quarter" idx="59"/>
          </p:nvPr>
        </p:nvSpPr>
        <p:spPr/>
        <p:txBody>
          <a:bodyPr rtlCol="0">
            <a:noAutofit/>
          </a:bodyPr>
          <a:lstStyle>
            <a:defPPr>
              <a:defRPr lang="de-DE"/>
            </a:defPPr>
          </a:lstStyle>
          <a:p>
            <a:pPr rtl="0"/>
            <a:fld id="{47FEACEE-25B4-4A2D-B147-27296E36371D}" type="slidenum">
              <a:rPr lang="de-DE" altLang="zh-CN" noProof="0" smtClean="0"/>
              <a:pPr rtl="0"/>
              <a:t>‹#›</a:t>
            </a:fld>
            <a:endParaRPr lang="de-DE" altLang="zh-CN" noProof="0"/>
          </a:p>
        </p:txBody>
      </p:sp>
    </p:spTree>
    <p:extLst>
      <p:ext uri="{BB962C8B-B14F-4D97-AF65-F5344CB8AC3E}">
        <p14:creationId xmlns:p14="http://schemas.microsoft.com/office/powerpoint/2010/main" val="2263683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8 Teammitglieder">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AB92FA2A-46BA-2A19-C3CE-EC6985867B92}"/>
              </a:ext>
            </a:extLst>
          </p:cNvPr>
          <p:cNvSpPr>
            <a:spLocks noGrp="1"/>
          </p:cNvSpPr>
          <p:nvPr>
            <p:ph type="title"/>
          </p:nvPr>
        </p:nvSpPr>
        <p:spPr>
          <a:xfrm>
            <a:off x="509574" y="2367293"/>
            <a:ext cx="3909993" cy="3629708"/>
          </a:xfrm>
        </p:spPr>
        <p:txBody>
          <a:bodyPr rtlCol="0" anchor="t">
            <a:noAutofit/>
          </a:bodyPr>
          <a:lstStyle>
            <a:defPPr>
              <a:defRPr lang="de-DE"/>
            </a:defPPr>
          </a:lstStyle>
          <a:p>
            <a:pPr rtl="0"/>
            <a:r>
              <a:rPr lang="de-DE"/>
              <a:t>Mastertitelformat bearbeiten</a:t>
            </a:r>
          </a:p>
        </p:txBody>
      </p:sp>
      <p:sp>
        <p:nvSpPr>
          <p:cNvPr id="38" name="Inhaltsplatzhalter 47">
            <a:extLst>
              <a:ext uri="{FF2B5EF4-FFF2-40B4-BE49-F238E27FC236}">
                <a16:creationId xmlns:a16="http://schemas.microsoft.com/office/drawing/2014/main" id="{BF9EDF7D-3BB1-43C0-92BB-091CCC520477}"/>
              </a:ext>
            </a:extLst>
          </p:cNvPr>
          <p:cNvSpPr>
            <a:spLocks noGrp="1"/>
          </p:cNvSpPr>
          <p:nvPr>
            <p:ph type="pic" sz="quarter" idx="48"/>
          </p:nvPr>
        </p:nvSpPr>
        <p:spPr>
          <a:xfrm>
            <a:off x="4269796" y="436455"/>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rtlCol="0" anchor="ctr">
            <a:noAutofit/>
          </a:bodyPr>
          <a:lstStyle>
            <a:lvl1pPr marL="0" indent="0" algn="ctr">
              <a:buNone/>
              <a:defRPr lang="de-DE" sz="1000">
                <a:solidFill>
                  <a:schemeClr val="bg1"/>
                </a:solidFill>
              </a:defRPr>
            </a:lvl1pPr>
          </a:lstStyle>
          <a:p>
            <a:pPr rtl="0"/>
            <a:r>
              <a:rPr lang="de-DE"/>
              <a:t>Bild durch Klicken auf Symbol hinzufügen</a:t>
            </a:r>
            <a:endParaRPr lang="de-DE" altLang="en-US"/>
          </a:p>
        </p:txBody>
      </p:sp>
      <p:sp>
        <p:nvSpPr>
          <p:cNvPr id="39" name="Inhaltsplatzhalter 47" descr="Klicken Sie, um ein Bild hinzuzufügen.">
            <a:extLst>
              <a:ext uri="{FF2B5EF4-FFF2-40B4-BE49-F238E27FC236}">
                <a16:creationId xmlns:a16="http://schemas.microsoft.com/office/drawing/2014/main" id="{15896C2C-7C25-4BC0-AF9B-DF590A2909AA}"/>
              </a:ext>
            </a:extLst>
          </p:cNvPr>
          <p:cNvSpPr>
            <a:spLocks noGrp="1"/>
          </p:cNvSpPr>
          <p:nvPr>
            <p:ph type="body" sz="quarter" idx="27" hasCustomPrompt="1"/>
          </p:nvPr>
        </p:nvSpPr>
        <p:spPr>
          <a:xfrm>
            <a:off x="5520210" y="522515"/>
            <a:ext cx="2289842" cy="626551"/>
          </a:xfrm>
          <a:prstGeom prst="rect">
            <a:avLst/>
          </a:prstGeom>
        </p:spPr>
        <p:txBody>
          <a:bodyPr rtlCol="0" anchor="b">
            <a:noAutofit/>
          </a:bodyPr>
          <a:lstStyle>
            <a:lvl1pPr marL="0" indent="0" algn="l">
              <a:lnSpc>
                <a:spcPct val="100000"/>
              </a:lnSpc>
              <a:buNone/>
              <a:defRPr lang="de-DE" sz="1800" b="1" i="0">
                <a:solidFill>
                  <a:schemeClr val="bg1"/>
                </a:solidFill>
                <a:latin typeface="+mn-lt"/>
                <a:ea typeface="+mj-ea"/>
                <a:cs typeface="Posterama" panose="020B0504020200020000" pitchFamily="34" charset="0"/>
              </a:defRPr>
            </a:lvl1pPr>
            <a:lvl2pPr>
              <a:defRPr lang="de-DE" sz="1000"/>
            </a:lvl2pPr>
            <a:lvl3pPr>
              <a:defRPr lang="de-DE" sz="900"/>
            </a:lvl3pPr>
            <a:lvl4pPr>
              <a:defRPr lang="de-DE" sz="800"/>
            </a:lvl4pPr>
            <a:lvl5pPr>
              <a:defRPr lang="de-DE" sz="800"/>
            </a:lvl5pPr>
          </a:lstStyle>
          <a:p>
            <a:pPr lvl="0" rtl="0"/>
            <a:r>
              <a:rPr lang="de-DE"/>
              <a:t>Titelmasterformat durch Klicken bearbeiten </a:t>
            </a:r>
          </a:p>
        </p:txBody>
      </p:sp>
      <p:sp>
        <p:nvSpPr>
          <p:cNvPr id="40" name="Inhaltsplatzhalter 47">
            <a:extLst>
              <a:ext uri="{FF2B5EF4-FFF2-40B4-BE49-F238E27FC236}">
                <a16:creationId xmlns:a16="http://schemas.microsoft.com/office/drawing/2014/main" id="{CAC554EF-FF8F-4055-A716-E82F461413B7}"/>
              </a:ext>
            </a:extLst>
          </p:cNvPr>
          <p:cNvSpPr>
            <a:spLocks noGrp="1"/>
          </p:cNvSpPr>
          <p:nvPr>
            <p:ph type="body" sz="quarter" idx="28" hasCustomPrompt="1"/>
          </p:nvPr>
        </p:nvSpPr>
        <p:spPr>
          <a:xfrm>
            <a:off x="5520211" y="1165881"/>
            <a:ext cx="2289842" cy="506399"/>
          </a:xfrm>
          <a:prstGeom prst="rect">
            <a:avLst/>
          </a:prstGeom>
        </p:spPr>
        <p:txBody>
          <a:bodyPr rtlCol="0">
            <a:noAutofit/>
          </a:bodyPr>
          <a:lstStyle>
            <a:lvl1pPr marL="0" indent="0" algn="l">
              <a:lnSpc>
                <a:spcPct val="90000"/>
              </a:lnSpc>
              <a:spcBef>
                <a:spcPts val="0"/>
              </a:spcBef>
              <a:buNone/>
              <a:defRPr lang="de-DE" sz="1400" b="0" i="0">
                <a:solidFill>
                  <a:schemeClr val="bg1"/>
                </a:solidFill>
                <a:latin typeface="+mn-lt"/>
                <a:cs typeface="Posterama" panose="020B0504020200020000" pitchFamily="34" charset="0"/>
              </a:defRPr>
            </a:lvl1pPr>
            <a:lvl2pPr>
              <a:defRPr lang="de-DE" sz="1000"/>
            </a:lvl2pPr>
            <a:lvl3pPr>
              <a:defRPr lang="de-DE" sz="900"/>
            </a:lvl3pPr>
            <a:lvl4pPr>
              <a:defRPr lang="de-DE" sz="800"/>
            </a:lvl4pPr>
            <a:lvl5pPr>
              <a:defRPr lang="de-DE" sz="800"/>
            </a:lvl5pPr>
          </a:lstStyle>
          <a:p>
            <a:pPr lvl="0" rtl="0"/>
            <a:r>
              <a:rPr lang="de-DE"/>
              <a:t>Textmasterformat durch Klicken bearbeiten </a:t>
            </a:r>
          </a:p>
        </p:txBody>
      </p:sp>
      <p:sp>
        <p:nvSpPr>
          <p:cNvPr id="56" name="Inhaltsplatzhalter 47">
            <a:extLst>
              <a:ext uri="{FF2B5EF4-FFF2-40B4-BE49-F238E27FC236}">
                <a16:creationId xmlns:a16="http://schemas.microsoft.com/office/drawing/2014/main" id="{4F0742C0-A9F2-4886-B17E-6915399483C3}"/>
              </a:ext>
            </a:extLst>
          </p:cNvPr>
          <p:cNvSpPr>
            <a:spLocks noGrp="1"/>
          </p:cNvSpPr>
          <p:nvPr>
            <p:ph type="pic" sz="quarter" idx="72"/>
          </p:nvPr>
        </p:nvSpPr>
        <p:spPr>
          <a:xfrm>
            <a:off x="8059916" y="436455"/>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rtlCol="0" anchor="ctr">
            <a:noAutofit/>
          </a:bodyPr>
          <a:lstStyle>
            <a:lvl1pPr marL="0" indent="0" algn="ctr">
              <a:buNone/>
              <a:defRPr lang="de-DE" sz="1000">
                <a:solidFill>
                  <a:schemeClr val="bg1"/>
                </a:solidFill>
              </a:defRPr>
            </a:lvl1pPr>
          </a:lstStyle>
          <a:p>
            <a:pPr rtl="0"/>
            <a:r>
              <a:rPr lang="de-DE"/>
              <a:t>Bild durch Klicken auf Symbol hinzufügen</a:t>
            </a:r>
            <a:endParaRPr lang="de-DE" altLang="en-US"/>
          </a:p>
        </p:txBody>
      </p:sp>
      <p:sp>
        <p:nvSpPr>
          <p:cNvPr id="41" name="Inhaltsplatzhalter 47" descr="Klicken Sie, um ein Bild hinzuzufügen.">
            <a:extLst>
              <a:ext uri="{FF2B5EF4-FFF2-40B4-BE49-F238E27FC236}">
                <a16:creationId xmlns:a16="http://schemas.microsoft.com/office/drawing/2014/main" id="{CE3DC674-39AB-43B9-AC30-97A68D221596}"/>
              </a:ext>
            </a:extLst>
          </p:cNvPr>
          <p:cNvSpPr>
            <a:spLocks noGrp="1"/>
          </p:cNvSpPr>
          <p:nvPr>
            <p:ph type="body" sz="quarter" idx="55" hasCustomPrompt="1"/>
          </p:nvPr>
        </p:nvSpPr>
        <p:spPr>
          <a:xfrm>
            <a:off x="9309889" y="642667"/>
            <a:ext cx="2098039" cy="506399"/>
          </a:xfrm>
          <a:prstGeom prst="rect">
            <a:avLst/>
          </a:prstGeom>
        </p:spPr>
        <p:txBody>
          <a:bodyPr rtlCol="0" anchor="b">
            <a:noAutofit/>
          </a:bodyPr>
          <a:lstStyle>
            <a:lvl1pPr marL="0" indent="0" algn="l">
              <a:lnSpc>
                <a:spcPct val="100000"/>
              </a:lnSpc>
              <a:buNone/>
              <a:defRPr lang="de-DE" sz="1800" b="1" i="0">
                <a:solidFill>
                  <a:schemeClr val="bg1"/>
                </a:solidFill>
                <a:latin typeface="+mn-lt"/>
                <a:ea typeface="+mj-ea"/>
                <a:cs typeface="Posterama" panose="020B0504020200020000" pitchFamily="34" charset="0"/>
              </a:defRPr>
            </a:lvl1pPr>
            <a:lvl2pPr>
              <a:defRPr lang="de-DE" sz="1000"/>
            </a:lvl2pPr>
            <a:lvl3pPr>
              <a:defRPr lang="de-DE" sz="900"/>
            </a:lvl3pPr>
            <a:lvl4pPr>
              <a:defRPr lang="de-DE" sz="800"/>
            </a:lvl4pPr>
            <a:lvl5pPr>
              <a:defRPr lang="de-DE" sz="800"/>
            </a:lvl5pPr>
          </a:lstStyle>
          <a:p>
            <a:pPr lvl="0" rtl="0"/>
            <a:r>
              <a:rPr lang="de-DE"/>
              <a:t>Titelmasterformat durch Klicken bearbeiten </a:t>
            </a:r>
          </a:p>
        </p:txBody>
      </p:sp>
      <p:sp>
        <p:nvSpPr>
          <p:cNvPr id="42" name="Inhaltsplatzhalter 47">
            <a:extLst>
              <a:ext uri="{FF2B5EF4-FFF2-40B4-BE49-F238E27FC236}">
                <a16:creationId xmlns:a16="http://schemas.microsoft.com/office/drawing/2014/main" id="{F12189CA-0E22-41A5-91FD-03761860993D}"/>
              </a:ext>
            </a:extLst>
          </p:cNvPr>
          <p:cNvSpPr>
            <a:spLocks noGrp="1"/>
          </p:cNvSpPr>
          <p:nvPr>
            <p:ph type="body" sz="quarter" idx="56" hasCustomPrompt="1"/>
          </p:nvPr>
        </p:nvSpPr>
        <p:spPr>
          <a:xfrm>
            <a:off x="9309891" y="1165881"/>
            <a:ext cx="2098038" cy="506399"/>
          </a:xfrm>
          <a:prstGeom prst="rect">
            <a:avLst/>
          </a:prstGeom>
        </p:spPr>
        <p:txBody>
          <a:bodyPr rtlCol="0">
            <a:noAutofit/>
          </a:bodyPr>
          <a:lstStyle>
            <a:lvl1pPr marL="0" indent="0" algn="l">
              <a:lnSpc>
                <a:spcPct val="100000"/>
              </a:lnSpc>
              <a:buNone/>
              <a:defRPr lang="de-DE" altLang="zh-CN" sz="1400" b="0" i="0" kern="1200" dirty="0">
                <a:solidFill>
                  <a:schemeClr val="bg1"/>
                </a:solidFill>
                <a:latin typeface="+mn-lt"/>
                <a:ea typeface="+mn-ea"/>
                <a:cs typeface="Posterama" panose="020B0504020200020000" pitchFamily="34" charset="0"/>
              </a:defRPr>
            </a:lvl1pPr>
            <a:lvl2pPr>
              <a:defRPr lang="de-DE" sz="1000"/>
            </a:lvl2pPr>
            <a:lvl3pPr>
              <a:defRPr lang="de-DE" sz="900"/>
            </a:lvl3pPr>
            <a:lvl4pPr>
              <a:defRPr lang="de-DE" sz="800"/>
            </a:lvl4pPr>
            <a:lvl5pPr>
              <a:defRPr lang="de-DE" sz="800"/>
            </a:lvl5pPr>
          </a:lstStyle>
          <a:p>
            <a:pPr marL="0" lvl="0" indent="0" algn="l" defTabSz="914400" rtl="0" eaLnBrk="1" latinLnBrk="0" hangingPunct="1">
              <a:lnSpc>
                <a:spcPct val="90000"/>
              </a:lnSpc>
              <a:spcBef>
                <a:spcPts val="0"/>
              </a:spcBef>
              <a:buFont typeface="Arial" panose="020B0604020202020204" pitchFamily="34" charset="0"/>
              <a:buNone/>
            </a:pPr>
            <a:r>
              <a:rPr lang="de-DE"/>
              <a:t>Textmasterformat durch Klicken bearbeiten </a:t>
            </a:r>
          </a:p>
        </p:txBody>
      </p:sp>
      <p:sp>
        <p:nvSpPr>
          <p:cNvPr id="48" name="Inhaltsplatzhalter 47">
            <a:extLst>
              <a:ext uri="{FF2B5EF4-FFF2-40B4-BE49-F238E27FC236}">
                <a16:creationId xmlns:a16="http://schemas.microsoft.com/office/drawing/2014/main" id="{A962C62E-F92F-445A-9243-8B433747A548}"/>
              </a:ext>
            </a:extLst>
          </p:cNvPr>
          <p:cNvSpPr>
            <a:spLocks noGrp="1"/>
          </p:cNvSpPr>
          <p:nvPr>
            <p:ph type="pic" sz="quarter" idx="69"/>
          </p:nvPr>
        </p:nvSpPr>
        <p:spPr>
          <a:xfrm>
            <a:off x="4269796" y="2004222"/>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rtlCol="0" anchor="ctr">
            <a:noAutofit/>
          </a:bodyPr>
          <a:lstStyle>
            <a:lvl1pPr marL="0" indent="0" algn="ctr">
              <a:buNone/>
              <a:defRPr lang="de-DE" sz="1000">
                <a:solidFill>
                  <a:schemeClr val="bg1"/>
                </a:solidFill>
              </a:defRPr>
            </a:lvl1pPr>
          </a:lstStyle>
          <a:p>
            <a:pPr rtl="0"/>
            <a:r>
              <a:rPr lang="de-DE"/>
              <a:t>Bild durch Klicken auf Symbol hinzufügen</a:t>
            </a:r>
            <a:endParaRPr lang="de-DE" altLang="en-US"/>
          </a:p>
        </p:txBody>
      </p:sp>
      <p:sp>
        <p:nvSpPr>
          <p:cNvPr id="43" name="Inhaltsplatzhalter 47" descr="Klicken Sie, um ein Bild hinzuzufügen.">
            <a:extLst>
              <a:ext uri="{FF2B5EF4-FFF2-40B4-BE49-F238E27FC236}">
                <a16:creationId xmlns:a16="http://schemas.microsoft.com/office/drawing/2014/main" id="{DE6F9463-BB2D-43FC-BE8F-21D3F9A2539C}"/>
              </a:ext>
            </a:extLst>
          </p:cNvPr>
          <p:cNvSpPr>
            <a:spLocks noGrp="1"/>
          </p:cNvSpPr>
          <p:nvPr>
            <p:ph type="body" sz="quarter" idx="57" hasCustomPrompt="1"/>
          </p:nvPr>
        </p:nvSpPr>
        <p:spPr>
          <a:xfrm>
            <a:off x="5520210" y="2105171"/>
            <a:ext cx="2193021" cy="617418"/>
          </a:xfrm>
          <a:prstGeom prst="rect">
            <a:avLst/>
          </a:prstGeom>
        </p:spPr>
        <p:txBody>
          <a:bodyPr rtlCol="0" anchor="b">
            <a:noAutofit/>
          </a:bodyPr>
          <a:lstStyle>
            <a:lvl1pPr marL="0" indent="0" algn="l">
              <a:lnSpc>
                <a:spcPct val="100000"/>
              </a:lnSpc>
              <a:buNone/>
              <a:defRPr lang="de-DE" sz="1800" b="1" i="0">
                <a:solidFill>
                  <a:schemeClr val="bg1"/>
                </a:solidFill>
                <a:latin typeface="+mn-lt"/>
                <a:ea typeface="+mj-ea"/>
                <a:cs typeface="Posterama" panose="020B0504020200020000" pitchFamily="34" charset="0"/>
              </a:defRPr>
            </a:lvl1pPr>
            <a:lvl2pPr>
              <a:defRPr lang="de-DE" sz="1000"/>
            </a:lvl2pPr>
            <a:lvl3pPr>
              <a:defRPr lang="de-DE" sz="900"/>
            </a:lvl3pPr>
            <a:lvl4pPr>
              <a:defRPr lang="de-DE" sz="800"/>
            </a:lvl4pPr>
            <a:lvl5pPr>
              <a:defRPr lang="de-DE" sz="800"/>
            </a:lvl5pPr>
          </a:lstStyle>
          <a:p>
            <a:pPr lvl="0" rtl="0"/>
            <a:r>
              <a:rPr lang="de-DE"/>
              <a:t>Titelmasterformat durch Klicken bearbeiten </a:t>
            </a:r>
          </a:p>
        </p:txBody>
      </p:sp>
      <p:sp>
        <p:nvSpPr>
          <p:cNvPr id="44" name="Inhaltsplatzhalter 47">
            <a:extLst>
              <a:ext uri="{FF2B5EF4-FFF2-40B4-BE49-F238E27FC236}">
                <a16:creationId xmlns:a16="http://schemas.microsoft.com/office/drawing/2014/main" id="{7DF27694-08A2-4530-B763-5A9B9D4DC6E0}"/>
              </a:ext>
            </a:extLst>
          </p:cNvPr>
          <p:cNvSpPr>
            <a:spLocks noGrp="1"/>
          </p:cNvSpPr>
          <p:nvPr>
            <p:ph type="body" sz="quarter" idx="58" hasCustomPrompt="1"/>
          </p:nvPr>
        </p:nvSpPr>
        <p:spPr>
          <a:xfrm>
            <a:off x="5520212" y="2739721"/>
            <a:ext cx="2193021" cy="506399"/>
          </a:xfrm>
          <a:prstGeom prst="rect">
            <a:avLst/>
          </a:prstGeom>
        </p:spPr>
        <p:txBody>
          <a:bodyPr rtlCol="0">
            <a:noAutofit/>
          </a:bodyPr>
          <a:lstStyle>
            <a:lvl1pPr marL="0" indent="0" algn="l">
              <a:lnSpc>
                <a:spcPct val="100000"/>
              </a:lnSpc>
              <a:spcBef>
                <a:spcPts val="0"/>
              </a:spcBef>
              <a:buNone/>
              <a:defRPr lang="de-DE" altLang="zh-CN" sz="1400" b="0" i="0" kern="1200" dirty="0">
                <a:solidFill>
                  <a:schemeClr val="bg1"/>
                </a:solidFill>
                <a:latin typeface="+mn-lt"/>
                <a:ea typeface="+mn-ea"/>
                <a:cs typeface="Posterama" panose="020B0504020200020000" pitchFamily="34" charset="0"/>
              </a:defRPr>
            </a:lvl1pPr>
            <a:lvl2pPr>
              <a:defRPr lang="de-DE" sz="1000"/>
            </a:lvl2pPr>
            <a:lvl3pPr>
              <a:defRPr lang="de-DE" sz="900"/>
            </a:lvl3pPr>
            <a:lvl4pPr>
              <a:defRPr lang="de-DE" sz="800"/>
            </a:lvl4pPr>
            <a:lvl5pPr>
              <a:defRPr lang="de-DE" sz="800"/>
            </a:lvl5pPr>
          </a:lstStyle>
          <a:p>
            <a:pPr marL="0" lvl="0" indent="0" algn="l" defTabSz="914400" rtl="0" eaLnBrk="1" latinLnBrk="0" hangingPunct="1">
              <a:lnSpc>
                <a:spcPct val="90000"/>
              </a:lnSpc>
              <a:spcBef>
                <a:spcPts val="0"/>
              </a:spcBef>
              <a:buFont typeface="Arial" panose="020B0604020202020204" pitchFamily="34" charset="0"/>
              <a:buNone/>
            </a:pPr>
            <a:r>
              <a:rPr lang="de-DE"/>
              <a:t>Textmasterformat durch Klicken bearbeiten </a:t>
            </a:r>
          </a:p>
        </p:txBody>
      </p:sp>
      <p:sp>
        <p:nvSpPr>
          <p:cNvPr id="61" name="Inhaltsplatzhalter 47">
            <a:extLst>
              <a:ext uri="{FF2B5EF4-FFF2-40B4-BE49-F238E27FC236}">
                <a16:creationId xmlns:a16="http://schemas.microsoft.com/office/drawing/2014/main" id="{2EA753B3-D0BB-4484-85D1-E28345D99F4C}"/>
              </a:ext>
            </a:extLst>
          </p:cNvPr>
          <p:cNvSpPr>
            <a:spLocks noGrp="1"/>
          </p:cNvSpPr>
          <p:nvPr>
            <p:ph type="pic" sz="quarter" idx="73"/>
          </p:nvPr>
        </p:nvSpPr>
        <p:spPr>
          <a:xfrm>
            <a:off x="8059916" y="2004222"/>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rtlCol="0" anchor="ctr">
            <a:noAutofit/>
          </a:bodyPr>
          <a:lstStyle>
            <a:lvl1pPr marL="0" indent="0" algn="ctr">
              <a:buNone/>
              <a:defRPr lang="de-DE" sz="1000">
                <a:solidFill>
                  <a:schemeClr val="bg1"/>
                </a:solidFill>
              </a:defRPr>
            </a:lvl1pPr>
          </a:lstStyle>
          <a:p>
            <a:pPr rtl="0"/>
            <a:r>
              <a:rPr lang="de-DE"/>
              <a:t>Bild durch Klicken auf Symbol hinzufügen</a:t>
            </a:r>
            <a:endParaRPr lang="de-DE" altLang="en-US"/>
          </a:p>
        </p:txBody>
      </p:sp>
      <p:sp>
        <p:nvSpPr>
          <p:cNvPr id="45" name="Inhaltsplatzhalter 47" descr="Klicken Sie, um ein Bild hinzuzufügen.">
            <a:extLst>
              <a:ext uri="{FF2B5EF4-FFF2-40B4-BE49-F238E27FC236}">
                <a16:creationId xmlns:a16="http://schemas.microsoft.com/office/drawing/2014/main" id="{20398AA4-3D68-487D-BE7C-9F1D45E3F5FF}"/>
              </a:ext>
            </a:extLst>
          </p:cNvPr>
          <p:cNvSpPr>
            <a:spLocks noGrp="1"/>
          </p:cNvSpPr>
          <p:nvPr>
            <p:ph type="body" sz="quarter" idx="59" hasCustomPrompt="1"/>
          </p:nvPr>
        </p:nvSpPr>
        <p:spPr>
          <a:xfrm>
            <a:off x="9309890" y="2032203"/>
            <a:ext cx="2098039" cy="701144"/>
          </a:xfrm>
          <a:prstGeom prst="rect">
            <a:avLst/>
          </a:prstGeom>
        </p:spPr>
        <p:txBody>
          <a:bodyPr rtlCol="0" anchor="b">
            <a:noAutofit/>
          </a:bodyPr>
          <a:lstStyle>
            <a:lvl1pPr marL="0" indent="0" algn="l">
              <a:lnSpc>
                <a:spcPct val="100000"/>
              </a:lnSpc>
              <a:buNone/>
              <a:defRPr lang="de-DE" sz="1800" b="1" i="0">
                <a:solidFill>
                  <a:schemeClr val="bg1"/>
                </a:solidFill>
                <a:latin typeface="+mn-lt"/>
                <a:ea typeface="+mj-ea"/>
                <a:cs typeface="Posterama" panose="020B0504020200020000" pitchFamily="34" charset="0"/>
              </a:defRPr>
            </a:lvl1pPr>
            <a:lvl2pPr>
              <a:defRPr lang="de-DE" sz="1000"/>
            </a:lvl2pPr>
            <a:lvl3pPr>
              <a:defRPr lang="de-DE" sz="900"/>
            </a:lvl3pPr>
            <a:lvl4pPr>
              <a:defRPr lang="de-DE" sz="800"/>
            </a:lvl4pPr>
            <a:lvl5pPr>
              <a:defRPr lang="de-DE" sz="800"/>
            </a:lvl5pPr>
          </a:lstStyle>
          <a:p>
            <a:pPr lvl="0" rtl="0"/>
            <a:r>
              <a:rPr lang="de-DE"/>
              <a:t>Titelmasterformat durch Klicken bearbeiten </a:t>
            </a:r>
          </a:p>
        </p:txBody>
      </p:sp>
      <p:sp>
        <p:nvSpPr>
          <p:cNvPr id="46" name="Inhaltsplatzhalter 47">
            <a:extLst>
              <a:ext uri="{FF2B5EF4-FFF2-40B4-BE49-F238E27FC236}">
                <a16:creationId xmlns:a16="http://schemas.microsoft.com/office/drawing/2014/main" id="{6B623D7A-5E96-42AB-9B1F-14E445503187}"/>
              </a:ext>
            </a:extLst>
          </p:cNvPr>
          <p:cNvSpPr>
            <a:spLocks noGrp="1"/>
          </p:cNvSpPr>
          <p:nvPr>
            <p:ph type="body" sz="quarter" idx="60" hasCustomPrompt="1"/>
          </p:nvPr>
        </p:nvSpPr>
        <p:spPr>
          <a:xfrm>
            <a:off x="9309890" y="2746407"/>
            <a:ext cx="2098038" cy="506399"/>
          </a:xfrm>
          <a:prstGeom prst="rect">
            <a:avLst/>
          </a:prstGeom>
        </p:spPr>
        <p:txBody>
          <a:bodyPr rtlCol="0">
            <a:noAutofit/>
          </a:bodyPr>
          <a:lstStyle>
            <a:lvl1pPr marL="0" indent="0" algn="l">
              <a:lnSpc>
                <a:spcPct val="100000"/>
              </a:lnSpc>
              <a:buNone/>
              <a:defRPr lang="de-DE" altLang="zh-CN" sz="1400" b="0" i="0" kern="1200" dirty="0">
                <a:solidFill>
                  <a:schemeClr val="bg1"/>
                </a:solidFill>
                <a:latin typeface="+mn-lt"/>
                <a:ea typeface="+mn-ea"/>
                <a:cs typeface="Posterama" panose="020B0504020200020000" pitchFamily="34" charset="0"/>
              </a:defRPr>
            </a:lvl1pPr>
            <a:lvl2pPr>
              <a:defRPr lang="de-DE" sz="1000"/>
            </a:lvl2pPr>
            <a:lvl3pPr>
              <a:defRPr lang="de-DE" sz="900"/>
            </a:lvl3pPr>
            <a:lvl4pPr>
              <a:defRPr lang="de-DE" sz="800"/>
            </a:lvl4pPr>
            <a:lvl5pPr>
              <a:defRPr lang="de-DE" sz="800"/>
            </a:lvl5pPr>
          </a:lstStyle>
          <a:p>
            <a:pPr marL="0" lvl="0" indent="0" algn="l" defTabSz="914400" rtl="0" eaLnBrk="1" latinLnBrk="0" hangingPunct="1">
              <a:lnSpc>
                <a:spcPct val="90000"/>
              </a:lnSpc>
              <a:spcBef>
                <a:spcPts val="0"/>
              </a:spcBef>
              <a:buFont typeface="Arial" panose="020B0604020202020204" pitchFamily="34" charset="0"/>
              <a:buNone/>
            </a:pPr>
            <a:r>
              <a:rPr lang="de-DE"/>
              <a:t>Textmasterformat durch Klicken bearbeiten </a:t>
            </a:r>
          </a:p>
        </p:txBody>
      </p:sp>
      <p:sp>
        <p:nvSpPr>
          <p:cNvPr id="49" name="Inhaltsplatzhalter 47">
            <a:extLst>
              <a:ext uri="{FF2B5EF4-FFF2-40B4-BE49-F238E27FC236}">
                <a16:creationId xmlns:a16="http://schemas.microsoft.com/office/drawing/2014/main" id="{EAA5B0EA-1F3B-4D8B-9BB9-F9037A393705}"/>
              </a:ext>
            </a:extLst>
          </p:cNvPr>
          <p:cNvSpPr>
            <a:spLocks noGrp="1"/>
          </p:cNvSpPr>
          <p:nvPr>
            <p:ph type="pic" sz="quarter" idx="70"/>
          </p:nvPr>
        </p:nvSpPr>
        <p:spPr>
          <a:xfrm>
            <a:off x="4269796" y="3571991"/>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rtlCol="0" anchor="ctr">
            <a:noAutofit/>
          </a:bodyPr>
          <a:lstStyle>
            <a:lvl1pPr marL="0" indent="0" algn="ctr">
              <a:buNone/>
              <a:defRPr lang="de-DE" sz="1000">
                <a:solidFill>
                  <a:schemeClr val="bg1"/>
                </a:solidFill>
              </a:defRPr>
            </a:lvl1pPr>
          </a:lstStyle>
          <a:p>
            <a:pPr rtl="0"/>
            <a:r>
              <a:rPr lang="de-DE"/>
              <a:t>Bild durch Klicken auf Symbol hinzufügen</a:t>
            </a:r>
            <a:endParaRPr lang="de-DE" altLang="en-US"/>
          </a:p>
        </p:txBody>
      </p:sp>
      <p:sp>
        <p:nvSpPr>
          <p:cNvPr id="47" name="Inhaltsplatzhalter 47" descr="Klicken Sie, um ein Bild hinzuzufügen.">
            <a:extLst>
              <a:ext uri="{FF2B5EF4-FFF2-40B4-BE49-F238E27FC236}">
                <a16:creationId xmlns:a16="http://schemas.microsoft.com/office/drawing/2014/main" id="{2C93687D-1E42-4B01-9F16-9FA098CE1153}"/>
              </a:ext>
            </a:extLst>
          </p:cNvPr>
          <p:cNvSpPr>
            <a:spLocks noGrp="1"/>
          </p:cNvSpPr>
          <p:nvPr>
            <p:ph type="body" sz="quarter" idx="61" hasCustomPrompt="1"/>
          </p:nvPr>
        </p:nvSpPr>
        <p:spPr>
          <a:xfrm>
            <a:off x="5520210" y="3775516"/>
            <a:ext cx="2098039" cy="506399"/>
          </a:xfrm>
          <a:prstGeom prst="rect">
            <a:avLst/>
          </a:prstGeom>
        </p:spPr>
        <p:txBody>
          <a:bodyPr rtlCol="0" anchor="b">
            <a:noAutofit/>
          </a:bodyPr>
          <a:lstStyle>
            <a:lvl1pPr marL="0" indent="0" algn="l">
              <a:lnSpc>
                <a:spcPct val="100000"/>
              </a:lnSpc>
              <a:buNone/>
              <a:defRPr lang="de-DE" sz="1800" b="1" i="0">
                <a:solidFill>
                  <a:schemeClr val="bg1"/>
                </a:solidFill>
                <a:latin typeface="+mn-lt"/>
                <a:ea typeface="+mj-ea"/>
                <a:cs typeface="Posterama" panose="020B0504020200020000" pitchFamily="34" charset="0"/>
              </a:defRPr>
            </a:lvl1pPr>
            <a:lvl2pPr>
              <a:defRPr lang="de-DE" sz="1000"/>
            </a:lvl2pPr>
            <a:lvl3pPr>
              <a:defRPr lang="de-DE" sz="900"/>
            </a:lvl3pPr>
            <a:lvl4pPr>
              <a:defRPr lang="de-DE" sz="800"/>
            </a:lvl4pPr>
            <a:lvl5pPr>
              <a:defRPr lang="de-DE" sz="800"/>
            </a:lvl5pPr>
          </a:lstStyle>
          <a:p>
            <a:pPr lvl="0" rtl="0"/>
            <a:r>
              <a:rPr lang="de-DE"/>
              <a:t>Titelmasterformat durch Klicken bearbeiten </a:t>
            </a:r>
          </a:p>
        </p:txBody>
      </p:sp>
      <p:sp>
        <p:nvSpPr>
          <p:cNvPr id="50" name="Inhaltsplatzhalter 47">
            <a:extLst>
              <a:ext uri="{FF2B5EF4-FFF2-40B4-BE49-F238E27FC236}">
                <a16:creationId xmlns:a16="http://schemas.microsoft.com/office/drawing/2014/main" id="{7AB91474-458B-45F7-9773-FA375C2CF7FD}"/>
              </a:ext>
            </a:extLst>
          </p:cNvPr>
          <p:cNvSpPr>
            <a:spLocks noGrp="1"/>
          </p:cNvSpPr>
          <p:nvPr>
            <p:ph type="body" sz="quarter" idx="62" hasCustomPrompt="1"/>
          </p:nvPr>
        </p:nvSpPr>
        <p:spPr>
          <a:xfrm>
            <a:off x="5520211" y="4312077"/>
            <a:ext cx="2098038" cy="506399"/>
          </a:xfrm>
          <a:prstGeom prst="rect">
            <a:avLst/>
          </a:prstGeom>
        </p:spPr>
        <p:txBody>
          <a:bodyPr rtlCol="0">
            <a:noAutofit/>
          </a:bodyPr>
          <a:lstStyle>
            <a:lvl1pPr marL="0" indent="0" algn="l">
              <a:lnSpc>
                <a:spcPct val="100000"/>
              </a:lnSpc>
              <a:buNone/>
              <a:defRPr lang="de-DE" altLang="zh-CN" sz="1400" b="0" i="0" kern="1200" dirty="0">
                <a:solidFill>
                  <a:schemeClr val="bg1"/>
                </a:solidFill>
                <a:latin typeface="+mn-lt"/>
                <a:ea typeface="+mn-ea"/>
                <a:cs typeface="Posterama" panose="020B0504020200020000" pitchFamily="34" charset="0"/>
              </a:defRPr>
            </a:lvl1pPr>
            <a:lvl2pPr>
              <a:defRPr lang="de-DE" sz="1000"/>
            </a:lvl2pPr>
            <a:lvl3pPr>
              <a:defRPr lang="de-DE" sz="900"/>
            </a:lvl3pPr>
            <a:lvl4pPr>
              <a:defRPr lang="de-DE" sz="800"/>
            </a:lvl4pPr>
            <a:lvl5pPr>
              <a:defRPr lang="de-DE" sz="800"/>
            </a:lvl5pPr>
          </a:lstStyle>
          <a:p>
            <a:pPr marL="0" lvl="0" indent="0" algn="l" defTabSz="914400" rtl="0" eaLnBrk="1" latinLnBrk="0" hangingPunct="1">
              <a:lnSpc>
                <a:spcPct val="90000"/>
              </a:lnSpc>
              <a:spcBef>
                <a:spcPts val="0"/>
              </a:spcBef>
              <a:buFont typeface="Arial" panose="020B0604020202020204" pitchFamily="34" charset="0"/>
              <a:buNone/>
            </a:pPr>
            <a:r>
              <a:rPr lang="de-DE"/>
              <a:t>Textmasterformat durch Klicken bearbeiten </a:t>
            </a:r>
          </a:p>
        </p:txBody>
      </p:sp>
      <p:sp>
        <p:nvSpPr>
          <p:cNvPr id="62" name="Inhaltsplatzhalter 47">
            <a:extLst>
              <a:ext uri="{FF2B5EF4-FFF2-40B4-BE49-F238E27FC236}">
                <a16:creationId xmlns:a16="http://schemas.microsoft.com/office/drawing/2014/main" id="{52E587E7-A09A-4FB2-8774-8073E737F106}"/>
              </a:ext>
            </a:extLst>
          </p:cNvPr>
          <p:cNvSpPr>
            <a:spLocks noGrp="1"/>
          </p:cNvSpPr>
          <p:nvPr>
            <p:ph type="pic" sz="quarter" idx="74"/>
          </p:nvPr>
        </p:nvSpPr>
        <p:spPr>
          <a:xfrm>
            <a:off x="8059916" y="3571991"/>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rtlCol="0" anchor="ctr">
            <a:noAutofit/>
          </a:bodyPr>
          <a:lstStyle>
            <a:lvl1pPr marL="0" indent="0" algn="ctr">
              <a:buNone/>
              <a:defRPr lang="de-DE" sz="1000">
                <a:solidFill>
                  <a:schemeClr val="bg1"/>
                </a:solidFill>
              </a:defRPr>
            </a:lvl1pPr>
          </a:lstStyle>
          <a:p>
            <a:pPr rtl="0"/>
            <a:r>
              <a:rPr lang="de-DE"/>
              <a:t>Bild durch Klicken auf Symbol hinzufügen</a:t>
            </a:r>
            <a:endParaRPr lang="de-DE" altLang="en-US"/>
          </a:p>
        </p:txBody>
      </p:sp>
      <p:sp>
        <p:nvSpPr>
          <p:cNvPr id="51" name="Inhaltsplatzhalter 47" descr="Klicken Sie, um ein Bild hinzuzufügen.">
            <a:extLst>
              <a:ext uri="{FF2B5EF4-FFF2-40B4-BE49-F238E27FC236}">
                <a16:creationId xmlns:a16="http://schemas.microsoft.com/office/drawing/2014/main" id="{FBF01DC7-D684-4484-B2AA-B50F7B1A00DA}"/>
              </a:ext>
            </a:extLst>
          </p:cNvPr>
          <p:cNvSpPr>
            <a:spLocks noGrp="1"/>
          </p:cNvSpPr>
          <p:nvPr>
            <p:ph type="body" sz="quarter" idx="63" hasCustomPrompt="1"/>
          </p:nvPr>
        </p:nvSpPr>
        <p:spPr>
          <a:xfrm>
            <a:off x="9309889" y="3775516"/>
            <a:ext cx="2098039" cy="506399"/>
          </a:xfrm>
          <a:prstGeom prst="rect">
            <a:avLst/>
          </a:prstGeom>
        </p:spPr>
        <p:txBody>
          <a:bodyPr rtlCol="0" anchor="b">
            <a:noAutofit/>
          </a:bodyPr>
          <a:lstStyle>
            <a:lvl1pPr marL="0" indent="0" algn="l">
              <a:lnSpc>
                <a:spcPct val="100000"/>
              </a:lnSpc>
              <a:buNone/>
              <a:defRPr lang="de-DE" sz="1800" b="1" i="0">
                <a:solidFill>
                  <a:schemeClr val="bg1"/>
                </a:solidFill>
                <a:latin typeface="+mn-lt"/>
                <a:ea typeface="+mj-ea"/>
                <a:cs typeface="Posterama" panose="020B0504020200020000" pitchFamily="34" charset="0"/>
              </a:defRPr>
            </a:lvl1pPr>
            <a:lvl2pPr>
              <a:defRPr lang="de-DE" sz="1000"/>
            </a:lvl2pPr>
            <a:lvl3pPr>
              <a:defRPr lang="de-DE" sz="900"/>
            </a:lvl3pPr>
            <a:lvl4pPr>
              <a:defRPr lang="de-DE" sz="800"/>
            </a:lvl4pPr>
            <a:lvl5pPr>
              <a:defRPr lang="de-DE" sz="800"/>
            </a:lvl5pPr>
          </a:lstStyle>
          <a:p>
            <a:pPr lvl="0" rtl="0"/>
            <a:r>
              <a:rPr lang="de-DE"/>
              <a:t>Titelmasterformat durch Klicken bearbeiten </a:t>
            </a:r>
          </a:p>
        </p:txBody>
      </p:sp>
      <p:sp>
        <p:nvSpPr>
          <p:cNvPr id="52" name="Inhaltsplatzhalter 47">
            <a:extLst>
              <a:ext uri="{FF2B5EF4-FFF2-40B4-BE49-F238E27FC236}">
                <a16:creationId xmlns:a16="http://schemas.microsoft.com/office/drawing/2014/main" id="{6046C90F-8A25-4E70-9BC9-4496C6B94EBC}"/>
              </a:ext>
            </a:extLst>
          </p:cNvPr>
          <p:cNvSpPr>
            <a:spLocks noGrp="1"/>
          </p:cNvSpPr>
          <p:nvPr>
            <p:ph type="body" sz="quarter" idx="64" hasCustomPrompt="1"/>
          </p:nvPr>
        </p:nvSpPr>
        <p:spPr>
          <a:xfrm>
            <a:off x="9309891" y="4312077"/>
            <a:ext cx="2098038" cy="506399"/>
          </a:xfrm>
          <a:prstGeom prst="rect">
            <a:avLst/>
          </a:prstGeom>
        </p:spPr>
        <p:txBody>
          <a:bodyPr rtlCol="0">
            <a:noAutofit/>
          </a:bodyPr>
          <a:lstStyle>
            <a:lvl1pPr marL="0" indent="0" algn="l">
              <a:lnSpc>
                <a:spcPct val="100000"/>
              </a:lnSpc>
              <a:buNone/>
              <a:defRPr lang="de-DE" altLang="zh-CN" sz="1400" b="0" i="0" kern="1200" dirty="0">
                <a:solidFill>
                  <a:schemeClr val="bg1"/>
                </a:solidFill>
                <a:latin typeface="+mn-lt"/>
                <a:ea typeface="+mn-ea"/>
                <a:cs typeface="Posterama" panose="020B0504020200020000" pitchFamily="34" charset="0"/>
              </a:defRPr>
            </a:lvl1pPr>
            <a:lvl2pPr>
              <a:defRPr lang="de-DE" sz="1000"/>
            </a:lvl2pPr>
            <a:lvl3pPr>
              <a:defRPr lang="de-DE" sz="900"/>
            </a:lvl3pPr>
            <a:lvl4pPr>
              <a:defRPr lang="de-DE" sz="800"/>
            </a:lvl4pPr>
            <a:lvl5pPr>
              <a:defRPr lang="de-DE" sz="800"/>
            </a:lvl5pPr>
          </a:lstStyle>
          <a:p>
            <a:pPr marL="0" lvl="0" indent="0" algn="l" defTabSz="914400" rtl="0" eaLnBrk="1" latinLnBrk="0" hangingPunct="1">
              <a:lnSpc>
                <a:spcPct val="90000"/>
              </a:lnSpc>
              <a:spcBef>
                <a:spcPts val="0"/>
              </a:spcBef>
              <a:buFont typeface="Arial" panose="020B0604020202020204" pitchFamily="34" charset="0"/>
              <a:buNone/>
            </a:pPr>
            <a:r>
              <a:rPr lang="de-DE"/>
              <a:t>Textmasterformat durch Klicken bearbeiten </a:t>
            </a:r>
          </a:p>
        </p:txBody>
      </p:sp>
      <p:sp>
        <p:nvSpPr>
          <p:cNvPr id="55" name="Inhaltsplatzhalter 47">
            <a:extLst>
              <a:ext uri="{FF2B5EF4-FFF2-40B4-BE49-F238E27FC236}">
                <a16:creationId xmlns:a16="http://schemas.microsoft.com/office/drawing/2014/main" id="{D05B9A22-6B21-40BB-BBC1-9586C432A97B}"/>
              </a:ext>
            </a:extLst>
          </p:cNvPr>
          <p:cNvSpPr>
            <a:spLocks noGrp="1"/>
          </p:cNvSpPr>
          <p:nvPr>
            <p:ph type="pic" sz="quarter" idx="71"/>
          </p:nvPr>
        </p:nvSpPr>
        <p:spPr>
          <a:xfrm>
            <a:off x="4269796" y="5153614"/>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rtlCol="0" anchor="ctr">
            <a:noAutofit/>
          </a:bodyPr>
          <a:lstStyle>
            <a:lvl1pPr marL="0" indent="0" algn="ctr">
              <a:buNone/>
              <a:defRPr lang="de-DE" sz="1000">
                <a:solidFill>
                  <a:schemeClr val="bg1"/>
                </a:solidFill>
              </a:defRPr>
            </a:lvl1pPr>
          </a:lstStyle>
          <a:p>
            <a:pPr rtl="0"/>
            <a:r>
              <a:rPr lang="de-DE"/>
              <a:t>Bild durch Klicken auf Symbol hinzufügen</a:t>
            </a:r>
            <a:endParaRPr lang="de-DE" altLang="en-US"/>
          </a:p>
        </p:txBody>
      </p:sp>
      <p:sp>
        <p:nvSpPr>
          <p:cNvPr id="53" name="Inhaltsplatzhalter 47" descr="Klicken Sie, um ein Bild hinzuzufügen.">
            <a:extLst>
              <a:ext uri="{FF2B5EF4-FFF2-40B4-BE49-F238E27FC236}">
                <a16:creationId xmlns:a16="http://schemas.microsoft.com/office/drawing/2014/main" id="{F5E2B418-8D0E-4995-A3ED-4348C6F4A1AF}"/>
              </a:ext>
            </a:extLst>
          </p:cNvPr>
          <p:cNvSpPr>
            <a:spLocks noGrp="1"/>
          </p:cNvSpPr>
          <p:nvPr>
            <p:ph type="body" sz="quarter" idx="65" hasCustomPrompt="1"/>
          </p:nvPr>
        </p:nvSpPr>
        <p:spPr>
          <a:xfrm>
            <a:off x="5520210" y="5369449"/>
            <a:ext cx="2098039" cy="506399"/>
          </a:xfrm>
          <a:prstGeom prst="rect">
            <a:avLst/>
          </a:prstGeom>
        </p:spPr>
        <p:txBody>
          <a:bodyPr rtlCol="0" anchor="b">
            <a:noAutofit/>
          </a:bodyPr>
          <a:lstStyle>
            <a:lvl1pPr marL="0" indent="0" algn="l">
              <a:lnSpc>
                <a:spcPct val="100000"/>
              </a:lnSpc>
              <a:buNone/>
              <a:defRPr lang="de-DE" sz="1800" b="1" i="0">
                <a:solidFill>
                  <a:schemeClr val="bg1"/>
                </a:solidFill>
                <a:latin typeface="+mn-lt"/>
                <a:ea typeface="+mj-ea"/>
                <a:cs typeface="Posterama" panose="020B0504020200020000" pitchFamily="34" charset="0"/>
              </a:defRPr>
            </a:lvl1pPr>
            <a:lvl2pPr>
              <a:defRPr lang="de-DE" sz="1000"/>
            </a:lvl2pPr>
            <a:lvl3pPr>
              <a:defRPr lang="de-DE" sz="900"/>
            </a:lvl3pPr>
            <a:lvl4pPr>
              <a:defRPr lang="de-DE" sz="800"/>
            </a:lvl4pPr>
            <a:lvl5pPr>
              <a:defRPr lang="de-DE" sz="800"/>
            </a:lvl5pPr>
          </a:lstStyle>
          <a:p>
            <a:pPr lvl="0" rtl="0"/>
            <a:r>
              <a:rPr lang="de-DE"/>
              <a:t>Titelmasterformat durch Klicken bearbeiten </a:t>
            </a:r>
          </a:p>
        </p:txBody>
      </p:sp>
      <p:sp>
        <p:nvSpPr>
          <p:cNvPr id="58" name="Inhaltsplatzhalter 47">
            <a:extLst>
              <a:ext uri="{FF2B5EF4-FFF2-40B4-BE49-F238E27FC236}">
                <a16:creationId xmlns:a16="http://schemas.microsoft.com/office/drawing/2014/main" id="{90A2A6E4-4D11-4F28-9D68-BC28580EBC05}"/>
              </a:ext>
            </a:extLst>
          </p:cNvPr>
          <p:cNvSpPr>
            <a:spLocks noGrp="1"/>
          </p:cNvSpPr>
          <p:nvPr>
            <p:ph type="body" sz="quarter" idx="66" hasCustomPrompt="1"/>
          </p:nvPr>
        </p:nvSpPr>
        <p:spPr>
          <a:xfrm>
            <a:off x="5520211" y="5901594"/>
            <a:ext cx="2098038" cy="506399"/>
          </a:xfrm>
          <a:prstGeom prst="rect">
            <a:avLst/>
          </a:prstGeom>
        </p:spPr>
        <p:txBody>
          <a:bodyPr rtlCol="0">
            <a:noAutofit/>
          </a:bodyPr>
          <a:lstStyle>
            <a:lvl1pPr marL="0" indent="0" algn="l">
              <a:lnSpc>
                <a:spcPct val="100000"/>
              </a:lnSpc>
              <a:buNone/>
              <a:defRPr lang="de-DE" altLang="zh-CN" sz="1400" b="0" i="0" kern="1200" dirty="0">
                <a:solidFill>
                  <a:schemeClr val="bg1"/>
                </a:solidFill>
                <a:latin typeface="+mn-lt"/>
                <a:ea typeface="+mn-ea"/>
                <a:cs typeface="Posterama" panose="020B0504020200020000" pitchFamily="34" charset="0"/>
              </a:defRPr>
            </a:lvl1pPr>
            <a:lvl2pPr>
              <a:defRPr lang="de-DE" sz="1000"/>
            </a:lvl2pPr>
            <a:lvl3pPr>
              <a:defRPr lang="de-DE" sz="900"/>
            </a:lvl3pPr>
            <a:lvl4pPr>
              <a:defRPr lang="de-DE" sz="800"/>
            </a:lvl4pPr>
            <a:lvl5pPr>
              <a:defRPr lang="de-DE" sz="800"/>
            </a:lvl5pPr>
          </a:lstStyle>
          <a:p>
            <a:pPr marL="0" lvl="0" indent="0" algn="l" defTabSz="914400" rtl="0" eaLnBrk="1" latinLnBrk="0" hangingPunct="1">
              <a:lnSpc>
                <a:spcPct val="90000"/>
              </a:lnSpc>
              <a:spcBef>
                <a:spcPts val="0"/>
              </a:spcBef>
              <a:buFont typeface="Arial" panose="020B0604020202020204" pitchFamily="34" charset="0"/>
              <a:buNone/>
            </a:pPr>
            <a:r>
              <a:rPr lang="de-DE"/>
              <a:t>Textmasterformat durch Klicken bearbeiten </a:t>
            </a:r>
          </a:p>
        </p:txBody>
      </p:sp>
      <p:sp>
        <p:nvSpPr>
          <p:cNvPr id="63" name="Inhaltsplatzhalter 47">
            <a:extLst>
              <a:ext uri="{FF2B5EF4-FFF2-40B4-BE49-F238E27FC236}">
                <a16:creationId xmlns:a16="http://schemas.microsoft.com/office/drawing/2014/main" id="{A74DEBE4-2F74-4EB7-9501-8D37A3151B2A}"/>
              </a:ext>
            </a:extLst>
          </p:cNvPr>
          <p:cNvSpPr>
            <a:spLocks noGrp="1"/>
          </p:cNvSpPr>
          <p:nvPr>
            <p:ph type="pic" sz="quarter" idx="75"/>
          </p:nvPr>
        </p:nvSpPr>
        <p:spPr>
          <a:xfrm>
            <a:off x="8059916" y="5153614"/>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rtlCol="0" anchor="ctr">
            <a:noAutofit/>
          </a:bodyPr>
          <a:lstStyle>
            <a:lvl1pPr marL="0" indent="0" algn="ctr">
              <a:buNone/>
              <a:defRPr lang="de-DE" sz="1000">
                <a:solidFill>
                  <a:schemeClr val="bg1"/>
                </a:solidFill>
              </a:defRPr>
            </a:lvl1pPr>
          </a:lstStyle>
          <a:p>
            <a:pPr rtl="0"/>
            <a:r>
              <a:rPr lang="de-DE"/>
              <a:t>Bild durch Klicken auf Symbol hinzufügen</a:t>
            </a:r>
            <a:endParaRPr lang="de-DE" altLang="en-US"/>
          </a:p>
        </p:txBody>
      </p:sp>
      <p:sp>
        <p:nvSpPr>
          <p:cNvPr id="59" name="Inhaltsplatzhalter 47" descr="Klicken Sie, um ein Bild hinzuzufügen.">
            <a:extLst>
              <a:ext uri="{FF2B5EF4-FFF2-40B4-BE49-F238E27FC236}">
                <a16:creationId xmlns:a16="http://schemas.microsoft.com/office/drawing/2014/main" id="{070D69EE-1032-4604-B201-FD13AE846E9E}"/>
              </a:ext>
            </a:extLst>
          </p:cNvPr>
          <p:cNvSpPr>
            <a:spLocks noGrp="1"/>
          </p:cNvSpPr>
          <p:nvPr>
            <p:ph type="body" sz="quarter" idx="67" hasCustomPrompt="1"/>
          </p:nvPr>
        </p:nvSpPr>
        <p:spPr>
          <a:xfrm>
            <a:off x="9313612" y="5369449"/>
            <a:ext cx="2098039" cy="506399"/>
          </a:xfrm>
          <a:prstGeom prst="rect">
            <a:avLst/>
          </a:prstGeom>
        </p:spPr>
        <p:txBody>
          <a:bodyPr rtlCol="0" anchor="b">
            <a:noAutofit/>
          </a:bodyPr>
          <a:lstStyle>
            <a:lvl1pPr marL="0" indent="0" algn="l">
              <a:lnSpc>
                <a:spcPct val="100000"/>
              </a:lnSpc>
              <a:buNone/>
              <a:defRPr lang="de-DE" sz="1800" b="1" i="0">
                <a:solidFill>
                  <a:schemeClr val="bg1"/>
                </a:solidFill>
                <a:latin typeface="+mn-lt"/>
                <a:ea typeface="+mj-ea"/>
                <a:cs typeface="Posterama" panose="020B0504020200020000" pitchFamily="34" charset="0"/>
              </a:defRPr>
            </a:lvl1pPr>
            <a:lvl2pPr>
              <a:defRPr lang="de-DE" sz="1000"/>
            </a:lvl2pPr>
            <a:lvl3pPr>
              <a:defRPr lang="de-DE" sz="900"/>
            </a:lvl3pPr>
            <a:lvl4pPr>
              <a:defRPr lang="de-DE" sz="800"/>
            </a:lvl4pPr>
            <a:lvl5pPr>
              <a:defRPr lang="de-DE" sz="800"/>
            </a:lvl5pPr>
          </a:lstStyle>
          <a:p>
            <a:pPr lvl="0" rtl="0"/>
            <a:r>
              <a:rPr lang="de-DE"/>
              <a:t>Titelmasterformat durch Klicken bearbeiten </a:t>
            </a:r>
          </a:p>
        </p:txBody>
      </p:sp>
      <p:sp>
        <p:nvSpPr>
          <p:cNvPr id="60" name="Inhaltsplatzhalter 47">
            <a:extLst>
              <a:ext uri="{FF2B5EF4-FFF2-40B4-BE49-F238E27FC236}">
                <a16:creationId xmlns:a16="http://schemas.microsoft.com/office/drawing/2014/main" id="{B65187B8-CD7A-46B0-A851-E2456586E758}"/>
              </a:ext>
            </a:extLst>
          </p:cNvPr>
          <p:cNvSpPr>
            <a:spLocks noGrp="1"/>
          </p:cNvSpPr>
          <p:nvPr>
            <p:ph type="body" sz="quarter" idx="68" hasCustomPrompt="1"/>
          </p:nvPr>
        </p:nvSpPr>
        <p:spPr>
          <a:xfrm>
            <a:off x="9309891" y="5901594"/>
            <a:ext cx="2098038" cy="506399"/>
          </a:xfrm>
          <a:prstGeom prst="rect">
            <a:avLst/>
          </a:prstGeom>
        </p:spPr>
        <p:txBody>
          <a:bodyPr rtlCol="0">
            <a:noAutofit/>
          </a:bodyPr>
          <a:lstStyle>
            <a:lvl1pPr marL="0" indent="0" algn="l">
              <a:lnSpc>
                <a:spcPct val="100000"/>
              </a:lnSpc>
              <a:buNone/>
              <a:defRPr lang="de-DE" altLang="zh-CN" sz="1400" b="0" i="0" kern="1200" dirty="0">
                <a:solidFill>
                  <a:schemeClr val="bg1"/>
                </a:solidFill>
                <a:latin typeface="+mn-lt"/>
                <a:ea typeface="+mn-ea"/>
                <a:cs typeface="Posterama" panose="020B0504020200020000" pitchFamily="34" charset="0"/>
              </a:defRPr>
            </a:lvl1pPr>
            <a:lvl2pPr>
              <a:defRPr lang="de-DE" sz="1000"/>
            </a:lvl2pPr>
            <a:lvl3pPr>
              <a:defRPr lang="de-DE" sz="900"/>
            </a:lvl3pPr>
            <a:lvl4pPr>
              <a:defRPr lang="de-DE" sz="800"/>
            </a:lvl4pPr>
            <a:lvl5pPr>
              <a:defRPr lang="de-DE" sz="800"/>
            </a:lvl5pPr>
          </a:lstStyle>
          <a:p>
            <a:pPr marL="0" lvl="0" indent="0" algn="l" defTabSz="914400" rtl="0" eaLnBrk="1" latinLnBrk="0" hangingPunct="1">
              <a:lnSpc>
                <a:spcPct val="90000"/>
              </a:lnSpc>
              <a:spcBef>
                <a:spcPts val="0"/>
              </a:spcBef>
              <a:buFont typeface="Arial" panose="020B0604020202020204" pitchFamily="34" charset="0"/>
              <a:buNone/>
            </a:pPr>
            <a:r>
              <a:rPr lang="de-DE"/>
              <a:t>Textmasterformat durch Klicken bearbeiten </a:t>
            </a:r>
          </a:p>
        </p:txBody>
      </p:sp>
      <p:sp>
        <p:nvSpPr>
          <p:cNvPr id="5" name="Fußzeilenplatzhalter 4">
            <a:extLst>
              <a:ext uri="{FF2B5EF4-FFF2-40B4-BE49-F238E27FC236}">
                <a16:creationId xmlns:a16="http://schemas.microsoft.com/office/drawing/2014/main" id="{B2964988-2386-5A15-B085-00BD5D58E53C}"/>
              </a:ext>
            </a:extLst>
          </p:cNvPr>
          <p:cNvSpPr>
            <a:spLocks noGrp="1"/>
          </p:cNvSpPr>
          <p:nvPr>
            <p:ph type="ftr" sz="quarter" idx="76"/>
          </p:nvPr>
        </p:nvSpPr>
        <p:spPr/>
        <p:txBody>
          <a:bodyPr rtlCol="0">
            <a:noAutofit/>
          </a:bodyPr>
          <a:lstStyle>
            <a:defPPr>
              <a:defRPr lang="de-DE"/>
            </a:defPPr>
          </a:lstStyle>
          <a:p>
            <a:pPr rtl="0"/>
            <a:r>
              <a:rPr lang="de-DE" noProof="0"/>
              <a:t>Präsentationstitel</a:t>
            </a:r>
          </a:p>
        </p:txBody>
      </p:sp>
      <p:sp>
        <p:nvSpPr>
          <p:cNvPr id="6" name="Foliennummernplatzhalter 5">
            <a:extLst>
              <a:ext uri="{FF2B5EF4-FFF2-40B4-BE49-F238E27FC236}">
                <a16:creationId xmlns:a16="http://schemas.microsoft.com/office/drawing/2014/main" id="{062CC095-C330-BF75-42CE-50A46EAD82C5}"/>
              </a:ext>
            </a:extLst>
          </p:cNvPr>
          <p:cNvSpPr>
            <a:spLocks noGrp="1"/>
          </p:cNvSpPr>
          <p:nvPr>
            <p:ph type="sldNum" sz="quarter" idx="77"/>
          </p:nvPr>
        </p:nvSpPr>
        <p:spPr/>
        <p:txBody>
          <a:bodyPr rtlCol="0">
            <a:noAutofit/>
          </a:bodyPr>
          <a:lstStyle>
            <a:lvl1pPr>
              <a:defRPr lang="de-DE" b="0"/>
            </a:lvl1pPr>
          </a:lstStyle>
          <a:p>
            <a:pPr rtl="0"/>
            <a:fld id="{47FEACEE-25B4-4A2D-B147-27296E36371D}" type="slidenum">
              <a:rPr lang="de-DE" altLang="zh-CN" smtClean="0"/>
              <a:pPr rtl="0"/>
              <a:t>‹#›</a:t>
            </a:fld>
            <a:endParaRPr lang="de-DE" altLang="zh-CN"/>
          </a:p>
        </p:txBody>
      </p:sp>
    </p:spTree>
    <p:extLst>
      <p:ext uri="{BB962C8B-B14F-4D97-AF65-F5344CB8AC3E}">
        <p14:creationId xmlns:p14="http://schemas.microsoft.com/office/powerpoint/2010/main" val="37431174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5 Spalte mit Symbolen">
    <p:spTree>
      <p:nvGrpSpPr>
        <p:cNvPr id="1" name=""/>
        <p:cNvGrpSpPr/>
        <p:nvPr/>
      </p:nvGrpSpPr>
      <p:grpSpPr>
        <a:xfrm>
          <a:off x="0" y="0"/>
          <a:ext cx="0" cy="0"/>
          <a:chOff x="0" y="0"/>
          <a:chExt cx="0" cy="0"/>
        </a:xfrm>
      </p:grpSpPr>
      <p:sp>
        <p:nvSpPr>
          <p:cNvPr id="4" name="Freihandform: Form 6">
            <a:extLst>
              <a:ext uri="{FF2B5EF4-FFF2-40B4-BE49-F238E27FC236}">
                <a16:creationId xmlns:a16="http://schemas.microsoft.com/office/drawing/2014/main" id="{A533F602-EEC9-45F6-8223-8C8F4914919D}"/>
              </a:ext>
            </a:extLst>
          </p:cNvPr>
          <p:cNvSpPr/>
          <p:nvPr userDrawn="1"/>
        </p:nvSpPr>
        <p:spPr>
          <a:xfrm>
            <a:off x="2121636" y="2070606"/>
            <a:ext cx="1583013" cy="184155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de-DE"/>
            </a:defPPr>
          </a:lstStyle>
          <a:p>
            <a:pPr algn="ctr" rtl="0"/>
            <a:endParaRPr lang="de-DE"/>
          </a:p>
        </p:txBody>
      </p:sp>
      <p:sp>
        <p:nvSpPr>
          <p:cNvPr id="5" name="Freihandform: Form 7">
            <a:extLst>
              <a:ext uri="{FF2B5EF4-FFF2-40B4-BE49-F238E27FC236}">
                <a16:creationId xmlns:a16="http://schemas.microsoft.com/office/drawing/2014/main" id="{08F73F8C-5CF8-4470-AE2B-8E6D7952FF3E}"/>
              </a:ext>
            </a:extLst>
          </p:cNvPr>
          <p:cNvSpPr/>
          <p:nvPr userDrawn="1"/>
        </p:nvSpPr>
        <p:spPr>
          <a:xfrm>
            <a:off x="4174867" y="2073440"/>
            <a:ext cx="1583013" cy="184155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de-DE"/>
            </a:defPPr>
          </a:lstStyle>
          <a:p>
            <a:pPr algn="ctr" rtl="0"/>
            <a:endParaRPr lang="de-DE"/>
          </a:p>
        </p:txBody>
      </p:sp>
      <p:sp>
        <p:nvSpPr>
          <p:cNvPr id="6" name="Freihandform: Form 8">
            <a:extLst>
              <a:ext uri="{FF2B5EF4-FFF2-40B4-BE49-F238E27FC236}">
                <a16:creationId xmlns:a16="http://schemas.microsoft.com/office/drawing/2014/main" id="{1299AD72-44AB-4D37-ABBB-9E295508DDB5}"/>
              </a:ext>
            </a:extLst>
          </p:cNvPr>
          <p:cNvSpPr/>
          <p:nvPr userDrawn="1"/>
        </p:nvSpPr>
        <p:spPr>
          <a:xfrm>
            <a:off x="6308379" y="2064520"/>
            <a:ext cx="1583013" cy="184155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de-DE"/>
            </a:defPPr>
          </a:lstStyle>
          <a:p>
            <a:pPr algn="ctr" rtl="0"/>
            <a:endParaRPr lang="de-DE"/>
          </a:p>
        </p:txBody>
      </p:sp>
      <p:sp>
        <p:nvSpPr>
          <p:cNvPr id="7" name="Freihandform: Form 9">
            <a:extLst>
              <a:ext uri="{FF2B5EF4-FFF2-40B4-BE49-F238E27FC236}">
                <a16:creationId xmlns:a16="http://schemas.microsoft.com/office/drawing/2014/main" id="{834981F1-A16D-4CA2-8001-0D2A65539268}"/>
              </a:ext>
            </a:extLst>
          </p:cNvPr>
          <p:cNvSpPr/>
          <p:nvPr userDrawn="1"/>
        </p:nvSpPr>
        <p:spPr>
          <a:xfrm>
            <a:off x="8407152" y="2068980"/>
            <a:ext cx="1583013" cy="184155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de-DE"/>
            </a:defPPr>
          </a:lstStyle>
          <a:p>
            <a:pPr algn="ctr" rtl="0"/>
            <a:endParaRPr lang="de-DE"/>
          </a:p>
        </p:txBody>
      </p:sp>
      <p:sp>
        <p:nvSpPr>
          <p:cNvPr id="31" name="Inhaltsplatzhalter 47" descr="Klicken Sie, um ein Bild hinzuzufügen.">
            <a:extLst>
              <a:ext uri="{FF2B5EF4-FFF2-40B4-BE49-F238E27FC236}">
                <a16:creationId xmlns:a16="http://schemas.microsoft.com/office/drawing/2014/main" id="{7AA46292-B7E4-4DB5-85D0-C4F19D66F86C}"/>
              </a:ext>
            </a:extLst>
          </p:cNvPr>
          <p:cNvSpPr>
            <a:spLocks noGrp="1"/>
          </p:cNvSpPr>
          <p:nvPr>
            <p:ph type="body" sz="quarter" idx="27" hasCustomPrompt="1"/>
          </p:nvPr>
        </p:nvSpPr>
        <p:spPr>
          <a:xfrm>
            <a:off x="821770" y="4416565"/>
            <a:ext cx="1877575" cy="506399"/>
          </a:xfrm>
          <a:prstGeom prst="rect">
            <a:avLst/>
          </a:prstGeom>
        </p:spPr>
        <p:txBody>
          <a:bodyPr rtlCol="0">
            <a:noAutofit/>
          </a:bodyPr>
          <a:lstStyle>
            <a:lvl1pPr marL="0" indent="0" algn="ctr">
              <a:lnSpc>
                <a:spcPct val="100000"/>
              </a:lnSpc>
              <a:buNone/>
              <a:defRPr lang="de-DE" sz="1800" b="1">
                <a:solidFill>
                  <a:schemeClr val="bg1"/>
                </a:solidFill>
              </a:defRPr>
            </a:lvl1pPr>
            <a:lvl2pPr>
              <a:defRPr lang="de-DE" sz="1000"/>
            </a:lvl2pPr>
            <a:lvl3pPr>
              <a:defRPr lang="de-DE" sz="900"/>
            </a:lvl3pPr>
            <a:lvl4pPr>
              <a:defRPr lang="de-DE" sz="800"/>
            </a:lvl4pPr>
            <a:lvl5pPr>
              <a:defRPr lang="de-DE" sz="800"/>
            </a:lvl5pPr>
          </a:lstStyle>
          <a:p>
            <a:pPr lvl="0" rtl="0"/>
            <a:r>
              <a:rPr lang="de-DE"/>
              <a:t>Titelmasterformat durch Klicken bearbeiten </a:t>
            </a:r>
          </a:p>
        </p:txBody>
      </p:sp>
      <p:sp>
        <p:nvSpPr>
          <p:cNvPr id="32" name="Inhaltsplatzhalter 47">
            <a:extLst>
              <a:ext uri="{FF2B5EF4-FFF2-40B4-BE49-F238E27FC236}">
                <a16:creationId xmlns:a16="http://schemas.microsoft.com/office/drawing/2014/main" id="{382E7D57-1A1A-432F-AEA9-9730DEE1572B}"/>
              </a:ext>
            </a:extLst>
          </p:cNvPr>
          <p:cNvSpPr>
            <a:spLocks noGrp="1"/>
          </p:cNvSpPr>
          <p:nvPr>
            <p:ph type="body" sz="quarter" idx="28" hasCustomPrompt="1"/>
          </p:nvPr>
        </p:nvSpPr>
        <p:spPr>
          <a:xfrm>
            <a:off x="912627" y="5007731"/>
            <a:ext cx="1691687" cy="811178"/>
          </a:xfrm>
          <a:prstGeom prst="rect">
            <a:avLst/>
          </a:prstGeom>
        </p:spPr>
        <p:txBody>
          <a:bodyPr rtlCol="0">
            <a:noAutofit/>
          </a:bodyPr>
          <a:lstStyle>
            <a:lvl1pPr marL="0" indent="0" algn="ctr">
              <a:lnSpc>
                <a:spcPct val="100000"/>
              </a:lnSpc>
              <a:spcBef>
                <a:spcPts val="0"/>
              </a:spcBef>
              <a:buNone/>
              <a:defRPr lang="de-DE" altLang="zh-CN" sz="1400" b="0" i="0" kern="1200" dirty="0">
                <a:solidFill>
                  <a:schemeClr val="bg1"/>
                </a:solidFill>
                <a:latin typeface="+mn-lt"/>
                <a:ea typeface="+mj-ea"/>
                <a:cs typeface="Posterama" panose="020B0504020200020000" pitchFamily="34" charset="0"/>
              </a:defRPr>
            </a:lvl1pPr>
            <a:lvl2pPr>
              <a:defRPr lang="de-DE" sz="1000"/>
            </a:lvl2pPr>
            <a:lvl3pPr>
              <a:defRPr lang="de-DE" sz="900"/>
            </a:lvl3pPr>
            <a:lvl4pPr>
              <a:defRPr lang="de-DE" sz="800"/>
            </a:lvl4pPr>
            <a:lvl5pPr>
              <a:defRPr lang="de-DE" sz="800"/>
            </a:lvl5pPr>
          </a:lstStyle>
          <a:p>
            <a:pPr marL="0" lvl="0" indent="0" algn="ctr" defTabSz="914400" rtl="0" eaLnBrk="1" latinLnBrk="0" hangingPunct="1">
              <a:lnSpc>
                <a:spcPct val="100000"/>
              </a:lnSpc>
              <a:spcBef>
                <a:spcPts val="1000"/>
              </a:spcBef>
              <a:buFont typeface="Arial" panose="020B0604020202020204" pitchFamily="34" charset="0"/>
              <a:buNone/>
            </a:pPr>
            <a:r>
              <a:rPr lang="de-DE"/>
              <a:t>Textmasterformat durch Klicken bearbeiten </a:t>
            </a:r>
          </a:p>
        </p:txBody>
      </p:sp>
      <p:sp>
        <p:nvSpPr>
          <p:cNvPr id="33" name="Inhaltsplatzhalter 47" descr="Klicken Sie, um ein Bild hinzuzufügen.">
            <a:extLst>
              <a:ext uri="{FF2B5EF4-FFF2-40B4-BE49-F238E27FC236}">
                <a16:creationId xmlns:a16="http://schemas.microsoft.com/office/drawing/2014/main" id="{E51F0384-440E-45B9-91E7-78CA13DE0B98}"/>
              </a:ext>
            </a:extLst>
          </p:cNvPr>
          <p:cNvSpPr>
            <a:spLocks noGrp="1"/>
          </p:cNvSpPr>
          <p:nvPr>
            <p:ph type="body" sz="quarter" idx="49" hasCustomPrompt="1"/>
          </p:nvPr>
        </p:nvSpPr>
        <p:spPr>
          <a:xfrm>
            <a:off x="2888314" y="4416565"/>
            <a:ext cx="1877575" cy="506399"/>
          </a:xfrm>
          <a:prstGeom prst="rect">
            <a:avLst/>
          </a:prstGeom>
        </p:spPr>
        <p:txBody>
          <a:bodyPr rtlCol="0">
            <a:noAutofit/>
          </a:bodyPr>
          <a:lstStyle>
            <a:lvl1pPr marL="0" indent="0" algn="ctr">
              <a:lnSpc>
                <a:spcPct val="100000"/>
              </a:lnSpc>
              <a:buNone/>
              <a:defRPr lang="de-DE" sz="1800" b="1">
                <a:solidFill>
                  <a:schemeClr val="bg1"/>
                </a:solidFill>
              </a:defRPr>
            </a:lvl1pPr>
            <a:lvl2pPr>
              <a:defRPr lang="de-DE" sz="1000"/>
            </a:lvl2pPr>
            <a:lvl3pPr>
              <a:defRPr lang="de-DE" sz="900"/>
            </a:lvl3pPr>
            <a:lvl4pPr>
              <a:defRPr lang="de-DE" sz="800"/>
            </a:lvl4pPr>
            <a:lvl5pPr>
              <a:defRPr lang="de-DE" sz="800"/>
            </a:lvl5pPr>
          </a:lstStyle>
          <a:p>
            <a:pPr lvl="0" rtl="0"/>
            <a:r>
              <a:rPr lang="de-DE"/>
              <a:t>Titelmasterformat durch Klicken bearbeiten </a:t>
            </a:r>
          </a:p>
        </p:txBody>
      </p:sp>
      <p:sp>
        <p:nvSpPr>
          <p:cNvPr id="34" name="Inhaltsplatzhalter 47">
            <a:extLst>
              <a:ext uri="{FF2B5EF4-FFF2-40B4-BE49-F238E27FC236}">
                <a16:creationId xmlns:a16="http://schemas.microsoft.com/office/drawing/2014/main" id="{35EAE525-3692-40E8-894E-B19171FF64F6}"/>
              </a:ext>
            </a:extLst>
          </p:cNvPr>
          <p:cNvSpPr>
            <a:spLocks noGrp="1"/>
          </p:cNvSpPr>
          <p:nvPr>
            <p:ph type="body" sz="quarter" idx="50" hasCustomPrompt="1"/>
          </p:nvPr>
        </p:nvSpPr>
        <p:spPr>
          <a:xfrm>
            <a:off x="2979171" y="5007731"/>
            <a:ext cx="1691687" cy="811178"/>
          </a:xfrm>
          <a:prstGeom prst="rect">
            <a:avLst/>
          </a:prstGeom>
        </p:spPr>
        <p:txBody>
          <a:bodyPr rtlCol="0">
            <a:noAutofit/>
          </a:bodyPr>
          <a:lstStyle>
            <a:lvl1pPr marL="0" indent="0" algn="ctr">
              <a:lnSpc>
                <a:spcPct val="100000"/>
              </a:lnSpc>
              <a:spcBef>
                <a:spcPts val="0"/>
              </a:spcBef>
              <a:buNone/>
              <a:defRPr lang="de-DE" altLang="zh-CN" sz="1400" b="0" i="0" kern="1200" dirty="0">
                <a:solidFill>
                  <a:schemeClr val="bg1"/>
                </a:solidFill>
                <a:latin typeface="+mn-lt"/>
                <a:ea typeface="+mj-ea"/>
                <a:cs typeface="Posterama" panose="020B0504020200020000" pitchFamily="34" charset="0"/>
              </a:defRPr>
            </a:lvl1pPr>
            <a:lvl2pPr>
              <a:defRPr lang="de-DE" sz="1000"/>
            </a:lvl2pPr>
            <a:lvl3pPr>
              <a:defRPr lang="de-DE" sz="900"/>
            </a:lvl3pPr>
            <a:lvl4pPr>
              <a:defRPr lang="de-DE" sz="800"/>
            </a:lvl4pPr>
            <a:lvl5pPr>
              <a:defRPr lang="de-DE" sz="800"/>
            </a:lvl5pPr>
          </a:lstStyle>
          <a:p>
            <a:pPr marL="0" lvl="0" indent="0" algn="ctr" defTabSz="914400" rtl="0" eaLnBrk="1" latinLnBrk="0" hangingPunct="1">
              <a:lnSpc>
                <a:spcPct val="100000"/>
              </a:lnSpc>
              <a:spcBef>
                <a:spcPts val="1000"/>
              </a:spcBef>
              <a:buFont typeface="Arial" panose="020B0604020202020204" pitchFamily="34" charset="0"/>
              <a:buNone/>
            </a:pPr>
            <a:r>
              <a:rPr lang="de-DE"/>
              <a:t>Textmasterformat durch Klicken bearbeiten </a:t>
            </a:r>
          </a:p>
        </p:txBody>
      </p:sp>
      <p:sp>
        <p:nvSpPr>
          <p:cNvPr id="35" name="Inhaltsplatzhalter 47" descr="Klicken Sie, um ein Bild hinzuzufügen.">
            <a:extLst>
              <a:ext uri="{FF2B5EF4-FFF2-40B4-BE49-F238E27FC236}">
                <a16:creationId xmlns:a16="http://schemas.microsoft.com/office/drawing/2014/main" id="{847DC539-F391-4470-96EB-486AB02DADBB}"/>
              </a:ext>
            </a:extLst>
          </p:cNvPr>
          <p:cNvSpPr>
            <a:spLocks noGrp="1"/>
          </p:cNvSpPr>
          <p:nvPr>
            <p:ph type="body" sz="quarter" idx="51" hasCustomPrompt="1"/>
          </p:nvPr>
        </p:nvSpPr>
        <p:spPr>
          <a:xfrm>
            <a:off x="5073898" y="4416565"/>
            <a:ext cx="1877575" cy="506399"/>
          </a:xfrm>
          <a:prstGeom prst="rect">
            <a:avLst/>
          </a:prstGeom>
        </p:spPr>
        <p:txBody>
          <a:bodyPr rtlCol="0">
            <a:noAutofit/>
          </a:bodyPr>
          <a:lstStyle>
            <a:lvl1pPr marL="0" indent="0" algn="ctr">
              <a:lnSpc>
                <a:spcPct val="100000"/>
              </a:lnSpc>
              <a:buNone/>
              <a:defRPr lang="de-DE" sz="1800" b="1">
                <a:solidFill>
                  <a:schemeClr val="bg1"/>
                </a:solidFill>
              </a:defRPr>
            </a:lvl1pPr>
            <a:lvl2pPr>
              <a:defRPr lang="de-DE" sz="1000"/>
            </a:lvl2pPr>
            <a:lvl3pPr>
              <a:defRPr lang="de-DE" sz="900"/>
            </a:lvl3pPr>
            <a:lvl4pPr>
              <a:defRPr lang="de-DE" sz="800"/>
            </a:lvl4pPr>
            <a:lvl5pPr>
              <a:defRPr lang="de-DE" sz="800"/>
            </a:lvl5pPr>
          </a:lstStyle>
          <a:p>
            <a:pPr lvl="0" rtl="0"/>
            <a:r>
              <a:rPr lang="de-DE"/>
              <a:t>Titelmasterformat durch Klicken bearbeiten </a:t>
            </a:r>
          </a:p>
        </p:txBody>
      </p:sp>
      <p:sp>
        <p:nvSpPr>
          <p:cNvPr id="36" name="Inhaltsplatzhalter 47">
            <a:extLst>
              <a:ext uri="{FF2B5EF4-FFF2-40B4-BE49-F238E27FC236}">
                <a16:creationId xmlns:a16="http://schemas.microsoft.com/office/drawing/2014/main" id="{50988645-D146-4AFE-B87D-279279577176}"/>
              </a:ext>
            </a:extLst>
          </p:cNvPr>
          <p:cNvSpPr>
            <a:spLocks noGrp="1"/>
          </p:cNvSpPr>
          <p:nvPr>
            <p:ph type="body" sz="quarter" idx="52" hasCustomPrompt="1"/>
          </p:nvPr>
        </p:nvSpPr>
        <p:spPr>
          <a:xfrm>
            <a:off x="5164755" y="5007731"/>
            <a:ext cx="1691687" cy="811178"/>
          </a:xfrm>
          <a:prstGeom prst="rect">
            <a:avLst/>
          </a:prstGeom>
        </p:spPr>
        <p:txBody>
          <a:bodyPr rtlCol="0">
            <a:noAutofit/>
          </a:bodyPr>
          <a:lstStyle>
            <a:lvl1pPr marL="0" indent="0" algn="ctr">
              <a:lnSpc>
                <a:spcPct val="100000"/>
              </a:lnSpc>
              <a:spcBef>
                <a:spcPts val="0"/>
              </a:spcBef>
              <a:buNone/>
              <a:defRPr lang="de-DE" altLang="zh-CN" sz="1400" b="0" i="0" kern="1200" dirty="0">
                <a:solidFill>
                  <a:schemeClr val="bg1"/>
                </a:solidFill>
                <a:latin typeface="+mn-lt"/>
                <a:ea typeface="+mj-ea"/>
                <a:cs typeface="Posterama" panose="020B0504020200020000" pitchFamily="34" charset="0"/>
              </a:defRPr>
            </a:lvl1pPr>
            <a:lvl2pPr>
              <a:defRPr lang="de-DE" sz="1000"/>
            </a:lvl2pPr>
            <a:lvl3pPr>
              <a:defRPr lang="de-DE" sz="900"/>
            </a:lvl3pPr>
            <a:lvl4pPr>
              <a:defRPr lang="de-DE" sz="800"/>
            </a:lvl4pPr>
            <a:lvl5pPr>
              <a:defRPr lang="de-DE" sz="800"/>
            </a:lvl5pPr>
          </a:lstStyle>
          <a:p>
            <a:pPr marL="0" lvl="0" indent="0" algn="ctr" defTabSz="914400" rtl="0" eaLnBrk="1" latinLnBrk="0" hangingPunct="1">
              <a:lnSpc>
                <a:spcPct val="100000"/>
              </a:lnSpc>
              <a:spcBef>
                <a:spcPts val="1000"/>
              </a:spcBef>
              <a:buFont typeface="Arial" panose="020B0604020202020204" pitchFamily="34" charset="0"/>
              <a:buNone/>
            </a:pPr>
            <a:r>
              <a:rPr lang="de-DE"/>
              <a:t>Textmasterformat durch Klicken bearbeiten </a:t>
            </a:r>
          </a:p>
        </p:txBody>
      </p:sp>
      <p:sp>
        <p:nvSpPr>
          <p:cNvPr id="37" name="Inhaltsplatzhalter 47" descr="Klicken Sie, um ein Bild hinzuzufügen.">
            <a:extLst>
              <a:ext uri="{FF2B5EF4-FFF2-40B4-BE49-F238E27FC236}">
                <a16:creationId xmlns:a16="http://schemas.microsoft.com/office/drawing/2014/main" id="{6712E8AC-14E0-42CC-8037-7C1D0E044B61}"/>
              </a:ext>
            </a:extLst>
          </p:cNvPr>
          <p:cNvSpPr>
            <a:spLocks noGrp="1"/>
          </p:cNvSpPr>
          <p:nvPr>
            <p:ph type="body" sz="quarter" idx="53" hasCustomPrompt="1"/>
          </p:nvPr>
        </p:nvSpPr>
        <p:spPr>
          <a:xfrm>
            <a:off x="7259482" y="4416565"/>
            <a:ext cx="1877575" cy="506399"/>
          </a:xfrm>
          <a:prstGeom prst="rect">
            <a:avLst/>
          </a:prstGeom>
        </p:spPr>
        <p:txBody>
          <a:bodyPr rtlCol="0">
            <a:noAutofit/>
          </a:bodyPr>
          <a:lstStyle>
            <a:lvl1pPr marL="0" indent="0" algn="ctr">
              <a:lnSpc>
                <a:spcPct val="100000"/>
              </a:lnSpc>
              <a:buNone/>
              <a:defRPr lang="de-DE" sz="1800" b="1">
                <a:solidFill>
                  <a:schemeClr val="bg1"/>
                </a:solidFill>
              </a:defRPr>
            </a:lvl1pPr>
            <a:lvl2pPr>
              <a:defRPr lang="de-DE" sz="1000"/>
            </a:lvl2pPr>
            <a:lvl3pPr>
              <a:defRPr lang="de-DE" sz="900"/>
            </a:lvl3pPr>
            <a:lvl4pPr>
              <a:defRPr lang="de-DE" sz="800"/>
            </a:lvl4pPr>
            <a:lvl5pPr>
              <a:defRPr lang="de-DE" sz="800"/>
            </a:lvl5pPr>
          </a:lstStyle>
          <a:p>
            <a:pPr lvl="0" rtl="0"/>
            <a:r>
              <a:rPr lang="de-DE"/>
              <a:t>Titelmasterformat durch Klicken bearbeiten </a:t>
            </a:r>
          </a:p>
        </p:txBody>
      </p:sp>
      <p:sp>
        <p:nvSpPr>
          <p:cNvPr id="38" name="Inhaltsplatzhalter 47">
            <a:extLst>
              <a:ext uri="{FF2B5EF4-FFF2-40B4-BE49-F238E27FC236}">
                <a16:creationId xmlns:a16="http://schemas.microsoft.com/office/drawing/2014/main" id="{C68DF822-6F14-4839-BD33-6874C8136EE0}"/>
              </a:ext>
            </a:extLst>
          </p:cNvPr>
          <p:cNvSpPr>
            <a:spLocks noGrp="1"/>
          </p:cNvSpPr>
          <p:nvPr>
            <p:ph type="body" sz="quarter" idx="54" hasCustomPrompt="1"/>
          </p:nvPr>
        </p:nvSpPr>
        <p:spPr>
          <a:xfrm>
            <a:off x="7350339" y="5007731"/>
            <a:ext cx="1691687" cy="811178"/>
          </a:xfrm>
          <a:prstGeom prst="rect">
            <a:avLst/>
          </a:prstGeom>
        </p:spPr>
        <p:txBody>
          <a:bodyPr rtlCol="0">
            <a:noAutofit/>
          </a:bodyPr>
          <a:lstStyle>
            <a:lvl1pPr marL="0" indent="0" algn="ctr">
              <a:lnSpc>
                <a:spcPct val="100000"/>
              </a:lnSpc>
              <a:spcBef>
                <a:spcPts val="0"/>
              </a:spcBef>
              <a:buNone/>
              <a:defRPr lang="de-DE" altLang="zh-CN" sz="1400" b="0" i="0" kern="1200" dirty="0">
                <a:solidFill>
                  <a:schemeClr val="bg1"/>
                </a:solidFill>
                <a:latin typeface="+mn-lt"/>
                <a:ea typeface="+mj-ea"/>
                <a:cs typeface="Posterama" panose="020B0504020200020000" pitchFamily="34" charset="0"/>
              </a:defRPr>
            </a:lvl1pPr>
            <a:lvl2pPr>
              <a:defRPr lang="de-DE" sz="1000"/>
            </a:lvl2pPr>
            <a:lvl3pPr>
              <a:defRPr lang="de-DE" sz="900"/>
            </a:lvl3pPr>
            <a:lvl4pPr>
              <a:defRPr lang="de-DE" sz="800"/>
            </a:lvl4pPr>
            <a:lvl5pPr>
              <a:defRPr lang="de-DE" sz="800"/>
            </a:lvl5pPr>
          </a:lstStyle>
          <a:p>
            <a:pPr marL="0" lvl="0" indent="0" algn="ctr" defTabSz="914400" rtl="0" eaLnBrk="1" latinLnBrk="0" hangingPunct="1">
              <a:lnSpc>
                <a:spcPct val="100000"/>
              </a:lnSpc>
              <a:spcBef>
                <a:spcPts val="1000"/>
              </a:spcBef>
              <a:buFont typeface="Arial" panose="020B0604020202020204" pitchFamily="34" charset="0"/>
              <a:buNone/>
            </a:pPr>
            <a:r>
              <a:rPr lang="de-DE"/>
              <a:t>Textmasterformat durch Klicken bearbeiten </a:t>
            </a:r>
          </a:p>
        </p:txBody>
      </p:sp>
      <p:sp>
        <p:nvSpPr>
          <p:cNvPr id="39" name="Inhaltsplatzhalter 47" descr="Klicken Sie, um ein Bild hinzuzufügen.">
            <a:extLst>
              <a:ext uri="{FF2B5EF4-FFF2-40B4-BE49-F238E27FC236}">
                <a16:creationId xmlns:a16="http://schemas.microsoft.com/office/drawing/2014/main" id="{2D1F75C7-DA21-4400-B066-F38190B4F520}"/>
              </a:ext>
            </a:extLst>
          </p:cNvPr>
          <p:cNvSpPr>
            <a:spLocks noGrp="1"/>
          </p:cNvSpPr>
          <p:nvPr>
            <p:ph type="body" sz="quarter" idx="55" hasCustomPrompt="1"/>
          </p:nvPr>
        </p:nvSpPr>
        <p:spPr>
          <a:xfrm>
            <a:off x="9445066" y="4416565"/>
            <a:ext cx="1877575" cy="506399"/>
          </a:xfrm>
          <a:prstGeom prst="rect">
            <a:avLst/>
          </a:prstGeom>
        </p:spPr>
        <p:txBody>
          <a:bodyPr rtlCol="0">
            <a:noAutofit/>
          </a:bodyPr>
          <a:lstStyle>
            <a:lvl1pPr marL="0" indent="0" algn="ctr">
              <a:lnSpc>
                <a:spcPct val="100000"/>
              </a:lnSpc>
              <a:buNone/>
              <a:defRPr lang="de-DE" sz="1800" b="1">
                <a:solidFill>
                  <a:schemeClr val="bg1"/>
                </a:solidFill>
              </a:defRPr>
            </a:lvl1pPr>
            <a:lvl2pPr>
              <a:defRPr lang="de-DE" sz="1000"/>
            </a:lvl2pPr>
            <a:lvl3pPr>
              <a:defRPr lang="de-DE" sz="900"/>
            </a:lvl3pPr>
            <a:lvl4pPr>
              <a:defRPr lang="de-DE" sz="800"/>
            </a:lvl4pPr>
            <a:lvl5pPr>
              <a:defRPr lang="de-DE" sz="800"/>
            </a:lvl5pPr>
          </a:lstStyle>
          <a:p>
            <a:pPr lvl="0" rtl="0"/>
            <a:r>
              <a:rPr lang="de-DE"/>
              <a:t>Titelmasterformat durch Klicken bearbeiten </a:t>
            </a:r>
          </a:p>
        </p:txBody>
      </p:sp>
      <p:sp>
        <p:nvSpPr>
          <p:cNvPr id="40" name="Inhaltsplatzhalter 47">
            <a:extLst>
              <a:ext uri="{FF2B5EF4-FFF2-40B4-BE49-F238E27FC236}">
                <a16:creationId xmlns:a16="http://schemas.microsoft.com/office/drawing/2014/main" id="{F7CF6BF0-A40D-4F18-B9DF-D9C4106065D2}"/>
              </a:ext>
            </a:extLst>
          </p:cNvPr>
          <p:cNvSpPr>
            <a:spLocks noGrp="1"/>
          </p:cNvSpPr>
          <p:nvPr>
            <p:ph type="body" sz="quarter" idx="56" hasCustomPrompt="1"/>
          </p:nvPr>
        </p:nvSpPr>
        <p:spPr>
          <a:xfrm>
            <a:off x="9535923" y="5007731"/>
            <a:ext cx="1691687" cy="811178"/>
          </a:xfrm>
          <a:prstGeom prst="rect">
            <a:avLst/>
          </a:prstGeom>
        </p:spPr>
        <p:txBody>
          <a:bodyPr rtlCol="0">
            <a:noAutofit/>
          </a:bodyPr>
          <a:lstStyle>
            <a:lvl1pPr marL="0" indent="0" algn="ctr">
              <a:lnSpc>
                <a:spcPct val="100000"/>
              </a:lnSpc>
              <a:spcBef>
                <a:spcPts val="0"/>
              </a:spcBef>
              <a:buNone/>
              <a:defRPr lang="de-DE" altLang="zh-CN" sz="1400" b="0" i="0" kern="1200" dirty="0">
                <a:solidFill>
                  <a:schemeClr val="bg1"/>
                </a:solidFill>
                <a:latin typeface="+mn-lt"/>
                <a:ea typeface="+mj-ea"/>
                <a:cs typeface="Posterama" panose="020B0504020200020000" pitchFamily="34" charset="0"/>
              </a:defRPr>
            </a:lvl1pPr>
            <a:lvl2pPr>
              <a:defRPr lang="de-DE" sz="1000"/>
            </a:lvl2pPr>
            <a:lvl3pPr>
              <a:defRPr lang="de-DE" sz="900"/>
            </a:lvl3pPr>
            <a:lvl4pPr>
              <a:defRPr lang="de-DE" sz="800"/>
            </a:lvl4pPr>
            <a:lvl5pPr>
              <a:defRPr lang="de-DE" sz="800"/>
            </a:lvl5pPr>
          </a:lstStyle>
          <a:p>
            <a:pPr marL="0" lvl="0" indent="0" algn="ctr" defTabSz="914400" rtl="0" eaLnBrk="1" latinLnBrk="0" hangingPunct="1">
              <a:lnSpc>
                <a:spcPct val="100000"/>
              </a:lnSpc>
              <a:spcBef>
                <a:spcPts val="1000"/>
              </a:spcBef>
              <a:buFont typeface="Arial" panose="020B0604020202020204" pitchFamily="34" charset="0"/>
              <a:buNone/>
            </a:pPr>
            <a:r>
              <a:rPr lang="de-DE"/>
              <a:t>Textmasterformat durch Klicken bearbeiten </a:t>
            </a:r>
          </a:p>
        </p:txBody>
      </p:sp>
      <p:sp>
        <p:nvSpPr>
          <p:cNvPr id="41" name="Inhaltsplatzhalter 47">
            <a:extLst>
              <a:ext uri="{FF2B5EF4-FFF2-40B4-BE49-F238E27FC236}">
                <a16:creationId xmlns:a16="http://schemas.microsoft.com/office/drawing/2014/main" id="{95C6B2A2-937E-4C7D-92E3-8A105DD43A98}"/>
              </a:ext>
            </a:extLst>
          </p:cNvPr>
          <p:cNvSpPr>
            <a:spLocks noGrp="1"/>
          </p:cNvSpPr>
          <p:nvPr>
            <p:ph type="pic" sz="quarter" idx="57"/>
          </p:nvPr>
        </p:nvSpPr>
        <p:spPr>
          <a:xfrm>
            <a:off x="983282" y="2073439"/>
            <a:ext cx="1621032" cy="1841551"/>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bg1">
              <a:lumMod val="95000"/>
            </a:schemeClr>
          </a:solidFill>
        </p:spPr>
        <p:txBody>
          <a:bodyPr rtlCol="0" anchor="ctr">
            <a:noAutofit/>
          </a:bodyPr>
          <a:lstStyle>
            <a:lvl1pPr marL="0" indent="0" algn="ctr">
              <a:buNone/>
              <a:defRPr lang="de-DE" sz="1000">
                <a:solidFill>
                  <a:schemeClr val="tx1"/>
                </a:solidFill>
              </a:defRPr>
            </a:lvl1pPr>
          </a:lstStyle>
          <a:p>
            <a:pPr rtl="0"/>
            <a:r>
              <a:rPr lang="de-DE"/>
              <a:t>Bild durch Klicken auf Symbol hinzufügen</a:t>
            </a:r>
            <a:endParaRPr lang="de-DE" altLang="en-US"/>
          </a:p>
        </p:txBody>
      </p:sp>
      <p:sp>
        <p:nvSpPr>
          <p:cNvPr id="42" name="Inhaltsplatzhalter 47">
            <a:extLst>
              <a:ext uri="{FF2B5EF4-FFF2-40B4-BE49-F238E27FC236}">
                <a16:creationId xmlns:a16="http://schemas.microsoft.com/office/drawing/2014/main" id="{A9ECEF10-95EB-4F03-B3B1-8FC0E421618E}"/>
              </a:ext>
            </a:extLst>
          </p:cNvPr>
          <p:cNvSpPr>
            <a:spLocks noGrp="1"/>
          </p:cNvSpPr>
          <p:nvPr>
            <p:ph type="pic" sz="quarter" idx="58"/>
          </p:nvPr>
        </p:nvSpPr>
        <p:spPr>
          <a:xfrm>
            <a:off x="3109346" y="2073439"/>
            <a:ext cx="1621032" cy="1841551"/>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bg1">
              <a:lumMod val="95000"/>
            </a:schemeClr>
          </a:solidFill>
        </p:spPr>
        <p:txBody>
          <a:bodyPr rtlCol="0" anchor="ctr">
            <a:noAutofit/>
          </a:bodyPr>
          <a:lstStyle>
            <a:lvl1pPr marL="0" indent="0" algn="ctr">
              <a:buNone/>
              <a:defRPr lang="de-DE" sz="1000">
                <a:solidFill>
                  <a:schemeClr val="tx1"/>
                </a:solidFill>
              </a:defRPr>
            </a:lvl1pPr>
          </a:lstStyle>
          <a:p>
            <a:pPr rtl="0"/>
            <a:r>
              <a:rPr lang="de-DE"/>
              <a:t>Bild durch Klicken auf Symbol hinzufügen</a:t>
            </a:r>
            <a:endParaRPr lang="de-DE" altLang="en-US"/>
          </a:p>
        </p:txBody>
      </p:sp>
      <p:sp>
        <p:nvSpPr>
          <p:cNvPr id="43" name="Inhaltsplatzhalter 47">
            <a:extLst>
              <a:ext uri="{FF2B5EF4-FFF2-40B4-BE49-F238E27FC236}">
                <a16:creationId xmlns:a16="http://schemas.microsoft.com/office/drawing/2014/main" id="{12D92FE1-9874-49B8-8FDC-F903A4843015}"/>
              </a:ext>
            </a:extLst>
          </p:cNvPr>
          <p:cNvSpPr>
            <a:spLocks noGrp="1"/>
          </p:cNvSpPr>
          <p:nvPr>
            <p:ph type="pic" sz="quarter" idx="59"/>
          </p:nvPr>
        </p:nvSpPr>
        <p:spPr>
          <a:xfrm>
            <a:off x="5235410" y="2073439"/>
            <a:ext cx="1621032" cy="1841551"/>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bg1">
              <a:lumMod val="95000"/>
            </a:schemeClr>
          </a:solidFill>
        </p:spPr>
        <p:txBody>
          <a:bodyPr rtlCol="0" anchor="ctr">
            <a:noAutofit/>
          </a:bodyPr>
          <a:lstStyle>
            <a:lvl1pPr marL="0" indent="0" algn="ctr">
              <a:buNone/>
              <a:defRPr lang="de-DE" sz="1000">
                <a:solidFill>
                  <a:schemeClr val="tx1"/>
                </a:solidFill>
              </a:defRPr>
            </a:lvl1pPr>
          </a:lstStyle>
          <a:p>
            <a:pPr rtl="0"/>
            <a:r>
              <a:rPr lang="de-DE"/>
              <a:t>Bild durch Klicken auf Symbol hinzufügen</a:t>
            </a:r>
            <a:endParaRPr lang="de-DE" altLang="en-US"/>
          </a:p>
        </p:txBody>
      </p:sp>
      <p:sp>
        <p:nvSpPr>
          <p:cNvPr id="44" name="Inhaltsplatzhalter 47">
            <a:extLst>
              <a:ext uri="{FF2B5EF4-FFF2-40B4-BE49-F238E27FC236}">
                <a16:creationId xmlns:a16="http://schemas.microsoft.com/office/drawing/2014/main" id="{12070F52-AB91-476E-9FE0-5403568A11DD}"/>
              </a:ext>
            </a:extLst>
          </p:cNvPr>
          <p:cNvSpPr>
            <a:spLocks noGrp="1"/>
          </p:cNvSpPr>
          <p:nvPr>
            <p:ph type="pic" sz="quarter" idx="60"/>
          </p:nvPr>
        </p:nvSpPr>
        <p:spPr>
          <a:xfrm>
            <a:off x="7361474" y="2073439"/>
            <a:ext cx="1621032" cy="1841551"/>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bg1">
              <a:lumMod val="95000"/>
            </a:schemeClr>
          </a:solidFill>
        </p:spPr>
        <p:txBody>
          <a:bodyPr rtlCol="0" anchor="ctr">
            <a:noAutofit/>
          </a:bodyPr>
          <a:lstStyle>
            <a:lvl1pPr marL="0" indent="0" algn="ctr">
              <a:buNone/>
              <a:defRPr lang="de-DE" sz="1000">
                <a:solidFill>
                  <a:schemeClr val="tx1"/>
                </a:solidFill>
              </a:defRPr>
            </a:lvl1pPr>
          </a:lstStyle>
          <a:p>
            <a:pPr rtl="0"/>
            <a:r>
              <a:rPr lang="de-DE"/>
              <a:t>Bild durch Klicken auf Symbol hinzufügen</a:t>
            </a:r>
            <a:endParaRPr lang="de-DE" altLang="en-US"/>
          </a:p>
        </p:txBody>
      </p:sp>
      <p:sp>
        <p:nvSpPr>
          <p:cNvPr id="45" name="Inhaltsplatzhalter 47">
            <a:extLst>
              <a:ext uri="{FF2B5EF4-FFF2-40B4-BE49-F238E27FC236}">
                <a16:creationId xmlns:a16="http://schemas.microsoft.com/office/drawing/2014/main" id="{13AE459B-26D7-43FC-BE0B-EF7B119D7D40}"/>
              </a:ext>
            </a:extLst>
          </p:cNvPr>
          <p:cNvSpPr>
            <a:spLocks noGrp="1"/>
          </p:cNvSpPr>
          <p:nvPr>
            <p:ph type="pic" sz="quarter" idx="61"/>
          </p:nvPr>
        </p:nvSpPr>
        <p:spPr>
          <a:xfrm>
            <a:off x="9487536" y="2073439"/>
            <a:ext cx="1621032" cy="1841551"/>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bg1">
              <a:lumMod val="95000"/>
            </a:schemeClr>
          </a:solidFill>
        </p:spPr>
        <p:txBody>
          <a:bodyPr rtlCol="0" anchor="ctr">
            <a:noAutofit/>
          </a:bodyPr>
          <a:lstStyle>
            <a:lvl1pPr marL="0" indent="0" algn="ctr">
              <a:buNone/>
              <a:defRPr lang="de-DE" sz="1000">
                <a:solidFill>
                  <a:schemeClr val="tx1"/>
                </a:solidFill>
              </a:defRPr>
            </a:lvl1pPr>
          </a:lstStyle>
          <a:p>
            <a:pPr rtl="0"/>
            <a:r>
              <a:rPr lang="de-DE"/>
              <a:t>Bild durch Klicken auf Symbol hinzufügen</a:t>
            </a:r>
            <a:endParaRPr lang="de-DE" altLang="en-US"/>
          </a:p>
        </p:txBody>
      </p:sp>
      <p:sp>
        <p:nvSpPr>
          <p:cNvPr id="25" name="Titelplatzhalter 4">
            <a:extLst>
              <a:ext uri="{FF2B5EF4-FFF2-40B4-BE49-F238E27FC236}">
                <a16:creationId xmlns:a16="http://schemas.microsoft.com/office/drawing/2014/main" id="{C8ECEE37-7B17-4FD7-2612-FBD357E1041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lvl1pPr algn="ctr">
              <a:defRPr lang="de-DE"/>
            </a:lvl1pPr>
          </a:lstStyle>
          <a:p>
            <a:pPr rtl="0"/>
            <a:r>
              <a:rPr lang="de-DE"/>
              <a:t>Mastertitelformat bearbeiten</a:t>
            </a:r>
          </a:p>
        </p:txBody>
      </p:sp>
      <p:sp>
        <p:nvSpPr>
          <p:cNvPr id="2" name="Fußzeilenplatzhalter 1">
            <a:extLst>
              <a:ext uri="{FF2B5EF4-FFF2-40B4-BE49-F238E27FC236}">
                <a16:creationId xmlns:a16="http://schemas.microsoft.com/office/drawing/2014/main" id="{F7F2CD23-FF0B-8184-9F40-957043412F1C}"/>
              </a:ext>
            </a:extLst>
          </p:cNvPr>
          <p:cNvSpPr>
            <a:spLocks noGrp="1"/>
          </p:cNvSpPr>
          <p:nvPr>
            <p:ph type="ftr" sz="quarter" idx="62"/>
          </p:nvPr>
        </p:nvSpPr>
        <p:spPr/>
        <p:txBody>
          <a:bodyPr rtlCol="0">
            <a:noAutofit/>
          </a:bodyPr>
          <a:lstStyle>
            <a:defPPr>
              <a:defRPr lang="de-DE"/>
            </a:defPPr>
          </a:lstStyle>
          <a:p>
            <a:pPr rtl="0"/>
            <a:r>
              <a:rPr lang="de-DE" noProof="0"/>
              <a:t>Präsentationstitel</a:t>
            </a:r>
          </a:p>
        </p:txBody>
      </p:sp>
      <p:sp>
        <p:nvSpPr>
          <p:cNvPr id="3" name="Foliennummernplatzhalter 2">
            <a:extLst>
              <a:ext uri="{FF2B5EF4-FFF2-40B4-BE49-F238E27FC236}">
                <a16:creationId xmlns:a16="http://schemas.microsoft.com/office/drawing/2014/main" id="{7876D293-58F2-B8E9-6576-2676F210D7CF}"/>
              </a:ext>
            </a:extLst>
          </p:cNvPr>
          <p:cNvSpPr>
            <a:spLocks noGrp="1"/>
          </p:cNvSpPr>
          <p:nvPr>
            <p:ph type="sldNum" sz="quarter" idx="63"/>
          </p:nvPr>
        </p:nvSpPr>
        <p:spPr/>
        <p:txBody>
          <a:bodyPr rtlCol="0">
            <a:noAutofit/>
          </a:bodyPr>
          <a:lstStyle>
            <a:defPPr>
              <a:defRPr lang="de-DE"/>
            </a:defPPr>
          </a:lstStyle>
          <a:p>
            <a:pPr rtl="0"/>
            <a:fld id="{47FEACEE-25B4-4A2D-B147-27296E36371D}" type="slidenum">
              <a:rPr lang="de-DE" altLang="zh-CN" noProof="0" smtClean="0"/>
              <a:pPr rtl="0"/>
              <a:t>‹#›</a:t>
            </a:fld>
            <a:endParaRPr lang="de-DE" altLang="zh-CN" noProof="0"/>
          </a:p>
        </p:txBody>
      </p:sp>
    </p:spTree>
    <p:extLst>
      <p:ext uri="{BB962C8B-B14F-4D97-AF65-F5344CB8AC3E}">
        <p14:creationId xmlns:p14="http://schemas.microsoft.com/office/powerpoint/2010/main" val="6933173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5 Spalte">
    <p:spTree>
      <p:nvGrpSpPr>
        <p:cNvPr id="1" name=""/>
        <p:cNvGrpSpPr/>
        <p:nvPr/>
      </p:nvGrpSpPr>
      <p:grpSpPr>
        <a:xfrm>
          <a:off x="0" y="0"/>
          <a:ext cx="0" cy="0"/>
          <a:chOff x="0" y="0"/>
          <a:chExt cx="0" cy="0"/>
        </a:xfrm>
      </p:grpSpPr>
      <p:sp>
        <p:nvSpPr>
          <p:cNvPr id="32" name="Inhaltsplatzhalter 47">
            <a:extLst>
              <a:ext uri="{FF2B5EF4-FFF2-40B4-BE49-F238E27FC236}">
                <a16:creationId xmlns:a16="http://schemas.microsoft.com/office/drawing/2014/main" id="{67FF6BA4-2B1B-4B51-9FE3-A67E3DCC3184}"/>
              </a:ext>
            </a:extLst>
          </p:cNvPr>
          <p:cNvSpPr>
            <a:spLocks noGrp="1"/>
          </p:cNvSpPr>
          <p:nvPr>
            <p:ph type="body" sz="quarter" idx="32" hasCustomPrompt="1"/>
          </p:nvPr>
        </p:nvSpPr>
        <p:spPr>
          <a:xfrm>
            <a:off x="838200" y="2929823"/>
            <a:ext cx="1865376" cy="2464293"/>
          </a:xfrm>
          <a:prstGeom prst="rect">
            <a:avLst/>
          </a:prstGeom>
          <a:ln w="19050">
            <a:solidFill>
              <a:schemeClr val="bg1"/>
            </a:solidFill>
          </a:ln>
        </p:spPr>
        <p:txBody>
          <a:bodyPr tIns="219456" rtlCol="0">
            <a:noAutofit/>
          </a:bodyPr>
          <a:lstStyle>
            <a:lvl1pPr marL="0" indent="0" algn="ctr">
              <a:lnSpc>
                <a:spcPct val="100000"/>
              </a:lnSpc>
              <a:spcBef>
                <a:spcPts val="0"/>
              </a:spcBef>
              <a:buNone/>
              <a:defRPr lang="de-DE" sz="1500" b="0">
                <a:solidFill>
                  <a:schemeClr val="bg1"/>
                </a:solidFill>
                <a:latin typeface="+mn-lt"/>
              </a:defRPr>
            </a:lvl1pPr>
            <a:lvl2pPr>
              <a:defRPr lang="de-DE" sz="1000"/>
            </a:lvl2pPr>
            <a:lvl3pPr>
              <a:defRPr lang="de-DE" sz="900"/>
            </a:lvl3pPr>
            <a:lvl4pPr>
              <a:defRPr lang="de-DE" sz="800"/>
            </a:lvl4pPr>
            <a:lvl5pPr>
              <a:defRPr lang="de-DE" sz="800"/>
            </a:lvl5pPr>
          </a:lstStyle>
          <a:p>
            <a:pPr lvl="0" rtl="0"/>
            <a:r>
              <a:rPr lang="de-DE"/>
              <a:t>Textmasterformat durch Klicken bearbeiten </a:t>
            </a:r>
          </a:p>
        </p:txBody>
      </p:sp>
      <p:sp>
        <p:nvSpPr>
          <p:cNvPr id="30" name="Inhaltsplatzhalter 47">
            <a:extLst>
              <a:ext uri="{FF2B5EF4-FFF2-40B4-BE49-F238E27FC236}">
                <a16:creationId xmlns:a16="http://schemas.microsoft.com/office/drawing/2014/main" id="{88E2377A-ED6B-4D69-A9DC-647CB22A5204}"/>
              </a:ext>
            </a:extLst>
          </p:cNvPr>
          <p:cNvSpPr>
            <a:spLocks noGrp="1"/>
          </p:cNvSpPr>
          <p:nvPr>
            <p:ph type="body" sz="quarter" idx="50" hasCustomPrompt="1"/>
          </p:nvPr>
        </p:nvSpPr>
        <p:spPr>
          <a:xfrm>
            <a:off x="3000303" y="2929823"/>
            <a:ext cx="1867186" cy="2471878"/>
          </a:xfrm>
          <a:prstGeom prst="rect">
            <a:avLst/>
          </a:prstGeom>
          <a:ln w="19050">
            <a:solidFill>
              <a:schemeClr val="bg1"/>
            </a:solidFill>
          </a:ln>
        </p:spPr>
        <p:txBody>
          <a:bodyPr tIns="219456" rtlCol="0">
            <a:noAutofit/>
          </a:bodyPr>
          <a:lstStyle>
            <a:lvl1pPr marL="0" indent="0" algn="ctr">
              <a:lnSpc>
                <a:spcPct val="100000"/>
              </a:lnSpc>
              <a:spcBef>
                <a:spcPts val="0"/>
              </a:spcBef>
              <a:buNone/>
              <a:defRPr lang="de-DE" sz="1500" b="0">
                <a:solidFill>
                  <a:schemeClr val="bg1"/>
                </a:solidFill>
                <a:latin typeface="+mn-lt"/>
              </a:defRPr>
            </a:lvl1pPr>
            <a:lvl2pPr>
              <a:defRPr lang="de-DE" sz="1000"/>
            </a:lvl2pPr>
            <a:lvl3pPr>
              <a:defRPr lang="de-DE" sz="900"/>
            </a:lvl3pPr>
            <a:lvl4pPr>
              <a:defRPr lang="de-DE" sz="800"/>
            </a:lvl4pPr>
            <a:lvl5pPr>
              <a:defRPr lang="de-DE" sz="800"/>
            </a:lvl5pPr>
          </a:lstStyle>
          <a:p>
            <a:pPr lvl="0" rtl="0"/>
            <a:r>
              <a:rPr lang="de-DE"/>
              <a:t>Textmasterformat durch Klicken bearbeiten </a:t>
            </a:r>
          </a:p>
        </p:txBody>
      </p:sp>
      <p:sp>
        <p:nvSpPr>
          <p:cNvPr id="31" name="Inhaltsplatzhalter 47">
            <a:extLst>
              <a:ext uri="{FF2B5EF4-FFF2-40B4-BE49-F238E27FC236}">
                <a16:creationId xmlns:a16="http://schemas.microsoft.com/office/drawing/2014/main" id="{ECC27D7D-FA65-E93F-3C7E-AADBF7E0CC2C}"/>
              </a:ext>
            </a:extLst>
          </p:cNvPr>
          <p:cNvSpPr>
            <a:spLocks noGrp="1"/>
          </p:cNvSpPr>
          <p:nvPr>
            <p:ph type="body" sz="quarter" idx="51" hasCustomPrompt="1"/>
          </p:nvPr>
        </p:nvSpPr>
        <p:spPr>
          <a:xfrm>
            <a:off x="5164216" y="2929823"/>
            <a:ext cx="1865376" cy="2464293"/>
          </a:xfrm>
          <a:prstGeom prst="rect">
            <a:avLst/>
          </a:prstGeom>
          <a:ln w="19050">
            <a:solidFill>
              <a:schemeClr val="bg1"/>
            </a:solidFill>
          </a:ln>
        </p:spPr>
        <p:txBody>
          <a:bodyPr tIns="219456" rtlCol="0">
            <a:noAutofit/>
          </a:bodyPr>
          <a:lstStyle>
            <a:lvl1pPr marL="0" indent="0" algn="ctr">
              <a:lnSpc>
                <a:spcPct val="100000"/>
              </a:lnSpc>
              <a:spcBef>
                <a:spcPts val="0"/>
              </a:spcBef>
              <a:buNone/>
              <a:defRPr lang="de-DE" sz="1500" b="0">
                <a:solidFill>
                  <a:schemeClr val="bg1"/>
                </a:solidFill>
                <a:latin typeface="+mn-lt"/>
              </a:defRPr>
            </a:lvl1pPr>
            <a:lvl2pPr>
              <a:defRPr lang="de-DE" sz="1000"/>
            </a:lvl2pPr>
            <a:lvl3pPr>
              <a:defRPr lang="de-DE" sz="900"/>
            </a:lvl3pPr>
            <a:lvl4pPr>
              <a:defRPr lang="de-DE" sz="800"/>
            </a:lvl4pPr>
            <a:lvl5pPr>
              <a:defRPr lang="de-DE" sz="800"/>
            </a:lvl5pPr>
          </a:lstStyle>
          <a:p>
            <a:pPr lvl="0" rtl="0"/>
            <a:r>
              <a:rPr lang="de-DE"/>
              <a:t>Textmasterformat durch Klicken bearbeiten </a:t>
            </a:r>
          </a:p>
        </p:txBody>
      </p:sp>
      <p:sp>
        <p:nvSpPr>
          <p:cNvPr id="33" name="Inhaltsplatzhalter 47">
            <a:extLst>
              <a:ext uri="{FF2B5EF4-FFF2-40B4-BE49-F238E27FC236}">
                <a16:creationId xmlns:a16="http://schemas.microsoft.com/office/drawing/2014/main" id="{DF5280E4-E86B-9E17-04A1-072A8148C3BD}"/>
              </a:ext>
            </a:extLst>
          </p:cNvPr>
          <p:cNvSpPr>
            <a:spLocks noGrp="1"/>
          </p:cNvSpPr>
          <p:nvPr>
            <p:ph type="body" sz="quarter" idx="52" hasCustomPrompt="1"/>
          </p:nvPr>
        </p:nvSpPr>
        <p:spPr>
          <a:xfrm>
            <a:off x="7326319" y="2929823"/>
            <a:ext cx="1865376" cy="2464293"/>
          </a:xfrm>
          <a:prstGeom prst="rect">
            <a:avLst/>
          </a:prstGeom>
          <a:ln w="19050">
            <a:solidFill>
              <a:schemeClr val="bg1"/>
            </a:solidFill>
          </a:ln>
        </p:spPr>
        <p:txBody>
          <a:bodyPr tIns="219456" rtlCol="0">
            <a:noAutofit/>
          </a:bodyPr>
          <a:lstStyle>
            <a:lvl1pPr marL="0" indent="0" algn="ctr">
              <a:lnSpc>
                <a:spcPct val="100000"/>
              </a:lnSpc>
              <a:spcBef>
                <a:spcPts val="0"/>
              </a:spcBef>
              <a:buNone/>
              <a:defRPr lang="de-DE" sz="1500" b="0">
                <a:solidFill>
                  <a:schemeClr val="bg1"/>
                </a:solidFill>
                <a:latin typeface="+mn-lt"/>
              </a:defRPr>
            </a:lvl1pPr>
            <a:lvl2pPr>
              <a:defRPr lang="de-DE" sz="1000"/>
            </a:lvl2pPr>
            <a:lvl3pPr>
              <a:defRPr lang="de-DE" sz="900"/>
            </a:lvl3pPr>
            <a:lvl4pPr>
              <a:defRPr lang="de-DE" sz="800"/>
            </a:lvl4pPr>
            <a:lvl5pPr>
              <a:defRPr lang="de-DE" sz="800"/>
            </a:lvl5pPr>
          </a:lstStyle>
          <a:p>
            <a:pPr lvl="0" rtl="0"/>
            <a:r>
              <a:rPr lang="de-DE"/>
              <a:t>Textmasterformat durch Klicken bearbeiten </a:t>
            </a:r>
          </a:p>
        </p:txBody>
      </p:sp>
      <p:sp>
        <p:nvSpPr>
          <p:cNvPr id="37" name="Inhaltsplatzhalter 47">
            <a:extLst>
              <a:ext uri="{FF2B5EF4-FFF2-40B4-BE49-F238E27FC236}">
                <a16:creationId xmlns:a16="http://schemas.microsoft.com/office/drawing/2014/main" id="{42F4F0D3-AF64-7F92-FF1C-F5D1DC62A388}"/>
              </a:ext>
            </a:extLst>
          </p:cNvPr>
          <p:cNvSpPr>
            <a:spLocks noGrp="1"/>
          </p:cNvSpPr>
          <p:nvPr>
            <p:ph type="body" sz="quarter" idx="53" hasCustomPrompt="1"/>
          </p:nvPr>
        </p:nvSpPr>
        <p:spPr>
          <a:xfrm>
            <a:off x="9488424" y="2929823"/>
            <a:ext cx="1865376" cy="2464293"/>
          </a:xfrm>
          <a:prstGeom prst="rect">
            <a:avLst/>
          </a:prstGeom>
          <a:ln w="19050">
            <a:solidFill>
              <a:schemeClr val="bg1"/>
            </a:solidFill>
          </a:ln>
        </p:spPr>
        <p:txBody>
          <a:bodyPr tIns="219456" rtlCol="0">
            <a:noAutofit/>
          </a:bodyPr>
          <a:lstStyle>
            <a:lvl1pPr marL="0" indent="0" algn="ctr">
              <a:lnSpc>
                <a:spcPct val="100000"/>
              </a:lnSpc>
              <a:spcBef>
                <a:spcPts val="0"/>
              </a:spcBef>
              <a:buNone/>
              <a:defRPr lang="de-DE" sz="1500" b="0">
                <a:solidFill>
                  <a:schemeClr val="bg1"/>
                </a:solidFill>
                <a:latin typeface="+mn-lt"/>
              </a:defRPr>
            </a:lvl1pPr>
            <a:lvl2pPr>
              <a:defRPr lang="de-DE" sz="1000"/>
            </a:lvl2pPr>
            <a:lvl3pPr>
              <a:defRPr lang="de-DE" sz="900"/>
            </a:lvl3pPr>
            <a:lvl4pPr>
              <a:defRPr lang="de-DE" sz="800"/>
            </a:lvl4pPr>
            <a:lvl5pPr>
              <a:defRPr lang="de-DE" sz="800"/>
            </a:lvl5pPr>
          </a:lstStyle>
          <a:p>
            <a:pPr lvl="0" rtl="0"/>
            <a:r>
              <a:rPr lang="de-DE"/>
              <a:t>Textmasterformat durch Klicken bearbeiten </a:t>
            </a:r>
          </a:p>
        </p:txBody>
      </p:sp>
      <p:sp>
        <p:nvSpPr>
          <p:cNvPr id="27" name="Inhaltsplatzhalter 47">
            <a:extLst>
              <a:ext uri="{FF2B5EF4-FFF2-40B4-BE49-F238E27FC236}">
                <a16:creationId xmlns:a16="http://schemas.microsoft.com/office/drawing/2014/main" id="{43D089D6-48B5-43AB-A887-EEF910BA9161}"/>
              </a:ext>
            </a:extLst>
          </p:cNvPr>
          <p:cNvSpPr>
            <a:spLocks noGrp="1"/>
          </p:cNvSpPr>
          <p:nvPr>
            <p:ph type="body" sz="quarter" idx="27" hasCustomPrompt="1"/>
          </p:nvPr>
        </p:nvSpPr>
        <p:spPr>
          <a:xfrm>
            <a:off x="838200" y="2067143"/>
            <a:ext cx="1865376" cy="866219"/>
          </a:xfrm>
          <a:prstGeom prst="rect">
            <a:avLst/>
          </a:prstGeom>
          <a:ln w="19050">
            <a:solidFill>
              <a:schemeClr val="bg1"/>
            </a:solidFill>
          </a:ln>
        </p:spPr>
        <p:txBody>
          <a:bodyPr rtlCol="0" anchor="ctr">
            <a:noAutofit/>
          </a:bodyPr>
          <a:lstStyle>
            <a:lvl1pPr marL="0" indent="0" algn="ctr">
              <a:lnSpc>
                <a:spcPct val="100000"/>
              </a:lnSpc>
              <a:buFontTx/>
              <a:buNone/>
              <a:defRPr lang="de-DE" sz="1800" b="1" i="0">
                <a:solidFill>
                  <a:schemeClr val="bg1"/>
                </a:solidFill>
                <a:latin typeface="+mn-lt"/>
              </a:defRPr>
            </a:lvl1pPr>
          </a:lstStyle>
          <a:p>
            <a:pPr lvl="0" rtl="0"/>
            <a:r>
              <a:rPr lang="de-DE"/>
              <a:t>Hier klicken, um den Master-Titelstil zu bearbeiten</a:t>
            </a:r>
            <a:endParaRPr lang="de-DE" altLang="en-US"/>
          </a:p>
        </p:txBody>
      </p:sp>
      <p:sp>
        <p:nvSpPr>
          <p:cNvPr id="24" name="Titelplatzhalter 4">
            <a:extLst>
              <a:ext uri="{FF2B5EF4-FFF2-40B4-BE49-F238E27FC236}">
                <a16:creationId xmlns:a16="http://schemas.microsoft.com/office/drawing/2014/main" id="{69ABDED2-7EB3-3ABE-90D0-E6C00F806D0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lvl1pPr algn="ctr">
              <a:defRPr lang="de-DE"/>
            </a:lvl1pPr>
          </a:lstStyle>
          <a:p>
            <a:pPr rtl="0"/>
            <a:r>
              <a:rPr lang="de-DE"/>
              <a:t>Mastertitelformat bearbeiten</a:t>
            </a:r>
          </a:p>
        </p:txBody>
      </p:sp>
      <p:sp>
        <p:nvSpPr>
          <p:cNvPr id="25" name="Inhaltsplatzhalter 47">
            <a:extLst>
              <a:ext uri="{FF2B5EF4-FFF2-40B4-BE49-F238E27FC236}">
                <a16:creationId xmlns:a16="http://schemas.microsoft.com/office/drawing/2014/main" id="{476A31DC-7395-007C-8BA1-C38E5B289CF5}"/>
              </a:ext>
            </a:extLst>
          </p:cNvPr>
          <p:cNvSpPr>
            <a:spLocks noGrp="1"/>
          </p:cNvSpPr>
          <p:nvPr>
            <p:ph type="body" sz="quarter" idx="46" hasCustomPrompt="1"/>
          </p:nvPr>
        </p:nvSpPr>
        <p:spPr>
          <a:xfrm>
            <a:off x="3000756" y="2067143"/>
            <a:ext cx="1865376" cy="866219"/>
          </a:xfrm>
          <a:prstGeom prst="rect">
            <a:avLst/>
          </a:prstGeom>
          <a:ln w="19050">
            <a:solidFill>
              <a:schemeClr val="bg1"/>
            </a:solidFill>
          </a:ln>
        </p:spPr>
        <p:txBody>
          <a:bodyPr rtlCol="0" anchor="ctr">
            <a:noAutofit/>
          </a:bodyPr>
          <a:lstStyle>
            <a:lvl1pPr marL="0" indent="0" algn="ctr">
              <a:lnSpc>
                <a:spcPct val="100000"/>
              </a:lnSpc>
              <a:buFontTx/>
              <a:buNone/>
              <a:defRPr lang="de-DE" sz="1800" b="1" i="0">
                <a:solidFill>
                  <a:schemeClr val="bg1"/>
                </a:solidFill>
                <a:latin typeface="+mn-lt"/>
              </a:defRPr>
            </a:lvl1pPr>
          </a:lstStyle>
          <a:p>
            <a:pPr lvl="0" rtl="0"/>
            <a:r>
              <a:rPr lang="de-DE"/>
              <a:t>Hier klicken, um den Master-Titelstil zu bearbeiten</a:t>
            </a:r>
            <a:endParaRPr lang="de-DE" altLang="en-US"/>
          </a:p>
        </p:txBody>
      </p:sp>
      <p:sp>
        <p:nvSpPr>
          <p:cNvPr id="26" name="Inhaltsplatzhalter 47">
            <a:extLst>
              <a:ext uri="{FF2B5EF4-FFF2-40B4-BE49-F238E27FC236}">
                <a16:creationId xmlns:a16="http://schemas.microsoft.com/office/drawing/2014/main" id="{35CE0786-D87B-DD89-C418-C53C1B7E610B}"/>
              </a:ext>
            </a:extLst>
          </p:cNvPr>
          <p:cNvSpPr>
            <a:spLocks noGrp="1"/>
          </p:cNvSpPr>
          <p:nvPr>
            <p:ph type="body" sz="quarter" idx="47" hasCustomPrompt="1"/>
          </p:nvPr>
        </p:nvSpPr>
        <p:spPr>
          <a:xfrm>
            <a:off x="5163312" y="2067143"/>
            <a:ext cx="1865376" cy="866219"/>
          </a:xfrm>
          <a:prstGeom prst="rect">
            <a:avLst/>
          </a:prstGeom>
          <a:ln w="19050">
            <a:solidFill>
              <a:schemeClr val="bg1"/>
            </a:solidFill>
          </a:ln>
        </p:spPr>
        <p:txBody>
          <a:bodyPr rtlCol="0" anchor="ctr">
            <a:noAutofit/>
          </a:bodyPr>
          <a:lstStyle>
            <a:lvl1pPr marL="0" indent="0" algn="ctr">
              <a:lnSpc>
                <a:spcPct val="100000"/>
              </a:lnSpc>
              <a:buFontTx/>
              <a:buNone/>
              <a:defRPr lang="de-DE" sz="1800" b="1" i="0">
                <a:solidFill>
                  <a:schemeClr val="bg1"/>
                </a:solidFill>
                <a:latin typeface="+mn-lt"/>
              </a:defRPr>
            </a:lvl1pPr>
          </a:lstStyle>
          <a:p>
            <a:pPr lvl="0" rtl="0"/>
            <a:r>
              <a:rPr lang="de-DE"/>
              <a:t>Hier klicken, um den Master-Titelstil zu bearbeiten</a:t>
            </a:r>
            <a:endParaRPr lang="de-DE" altLang="en-US"/>
          </a:p>
        </p:txBody>
      </p:sp>
      <p:sp>
        <p:nvSpPr>
          <p:cNvPr id="28" name="Inhaltsplatzhalter 47">
            <a:extLst>
              <a:ext uri="{FF2B5EF4-FFF2-40B4-BE49-F238E27FC236}">
                <a16:creationId xmlns:a16="http://schemas.microsoft.com/office/drawing/2014/main" id="{7C7F2E6C-1DCD-3C6A-4830-5BF230A3AAB2}"/>
              </a:ext>
            </a:extLst>
          </p:cNvPr>
          <p:cNvSpPr>
            <a:spLocks noGrp="1"/>
          </p:cNvSpPr>
          <p:nvPr>
            <p:ph type="body" sz="quarter" idx="48" hasCustomPrompt="1"/>
          </p:nvPr>
        </p:nvSpPr>
        <p:spPr>
          <a:xfrm>
            <a:off x="7325868" y="2067143"/>
            <a:ext cx="1865376" cy="866219"/>
          </a:xfrm>
          <a:prstGeom prst="rect">
            <a:avLst/>
          </a:prstGeom>
          <a:ln w="19050">
            <a:solidFill>
              <a:schemeClr val="bg1"/>
            </a:solidFill>
          </a:ln>
        </p:spPr>
        <p:txBody>
          <a:bodyPr rtlCol="0" anchor="ctr">
            <a:noAutofit/>
          </a:bodyPr>
          <a:lstStyle>
            <a:lvl1pPr marL="0" indent="0" algn="ctr">
              <a:lnSpc>
                <a:spcPct val="100000"/>
              </a:lnSpc>
              <a:buFontTx/>
              <a:buNone/>
              <a:defRPr lang="de-DE" sz="1800" b="1" i="0">
                <a:solidFill>
                  <a:schemeClr val="bg1"/>
                </a:solidFill>
                <a:latin typeface="+mn-lt"/>
              </a:defRPr>
            </a:lvl1pPr>
          </a:lstStyle>
          <a:p>
            <a:pPr lvl="0" rtl="0"/>
            <a:r>
              <a:rPr lang="de-DE"/>
              <a:t>Hier klicken, um den Master-Titelstil zu bearbeiten</a:t>
            </a:r>
            <a:endParaRPr lang="de-DE" altLang="en-US"/>
          </a:p>
        </p:txBody>
      </p:sp>
      <p:sp>
        <p:nvSpPr>
          <p:cNvPr id="29" name="Inhaltsplatzhalter 47">
            <a:extLst>
              <a:ext uri="{FF2B5EF4-FFF2-40B4-BE49-F238E27FC236}">
                <a16:creationId xmlns:a16="http://schemas.microsoft.com/office/drawing/2014/main" id="{56A87F6E-D6C5-8903-BC20-313810046034}"/>
              </a:ext>
            </a:extLst>
          </p:cNvPr>
          <p:cNvSpPr>
            <a:spLocks noGrp="1"/>
          </p:cNvSpPr>
          <p:nvPr>
            <p:ph type="body" sz="quarter" idx="49" hasCustomPrompt="1"/>
          </p:nvPr>
        </p:nvSpPr>
        <p:spPr>
          <a:xfrm>
            <a:off x="9488424" y="2067143"/>
            <a:ext cx="1865376" cy="866219"/>
          </a:xfrm>
          <a:prstGeom prst="rect">
            <a:avLst/>
          </a:prstGeom>
          <a:ln w="19050">
            <a:solidFill>
              <a:schemeClr val="bg1"/>
            </a:solidFill>
          </a:ln>
        </p:spPr>
        <p:txBody>
          <a:bodyPr rtlCol="0" anchor="ctr">
            <a:noAutofit/>
          </a:bodyPr>
          <a:lstStyle>
            <a:lvl1pPr marL="0" indent="0" algn="ctr">
              <a:lnSpc>
                <a:spcPct val="100000"/>
              </a:lnSpc>
              <a:buFontTx/>
              <a:buNone/>
              <a:defRPr lang="de-DE" sz="1800" b="1" i="0">
                <a:solidFill>
                  <a:schemeClr val="bg1"/>
                </a:solidFill>
                <a:latin typeface="+mn-lt"/>
              </a:defRPr>
            </a:lvl1pPr>
          </a:lstStyle>
          <a:p>
            <a:pPr lvl="0" rtl="0"/>
            <a:r>
              <a:rPr lang="de-DE"/>
              <a:t>Hier klicken, um den Master-Titelstil zu bearbeiten</a:t>
            </a:r>
            <a:endParaRPr lang="de-DE" altLang="en-US"/>
          </a:p>
        </p:txBody>
      </p:sp>
      <p:sp>
        <p:nvSpPr>
          <p:cNvPr id="11" name="Fußzeilenplatzhalter 10">
            <a:extLst>
              <a:ext uri="{FF2B5EF4-FFF2-40B4-BE49-F238E27FC236}">
                <a16:creationId xmlns:a16="http://schemas.microsoft.com/office/drawing/2014/main" id="{7218367E-FDD8-A1F8-8E0F-A365771B85F7}"/>
              </a:ext>
            </a:extLst>
          </p:cNvPr>
          <p:cNvSpPr>
            <a:spLocks noGrp="1"/>
          </p:cNvSpPr>
          <p:nvPr>
            <p:ph type="ftr" sz="quarter" idx="54"/>
          </p:nvPr>
        </p:nvSpPr>
        <p:spPr/>
        <p:txBody>
          <a:bodyPr rtlCol="0">
            <a:noAutofit/>
          </a:bodyPr>
          <a:lstStyle>
            <a:defPPr>
              <a:defRPr lang="de-DE"/>
            </a:defPPr>
          </a:lstStyle>
          <a:p>
            <a:pPr rtl="0"/>
            <a:r>
              <a:rPr lang="de-DE" noProof="0"/>
              <a:t>Präsentationstitel</a:t>
            </a:r>
          </a:p>
        </p:txBody>
      </p:sp>
      <p:sp>
        <p:nvSpPr>
          <p:cNvPr id="12" name="Foliennummernplatzhalter 11">
            <a:extLst>
              <a:ext uri="{FF2B5EF4-FFF2-40B4-BE49-F238E27FC236}">
                <a16:creationId xmlns:a16="http://schemas.microsoft.com/office/drawing/2014/main" id="{77ECE300-0AB8-85A0-D4D3-B948DDA7B00F}"/>
              </a:ext>
            </a:extLst>
          </p:cNvPr>
          <p:cNvSpPr>
            <a:spLocks noGrp="1"/>
          </p:cNvSpPr>
          <p:nvPr>
            <p:ph type="sldNum" sz="quarter" idx="55"/>
          </p:nvPr>
        </p:nvSpPr>
        <p:spPr/>
        <p:txBody>
          <a:bodyPr rtlCol="0">
            <a:noAutofit/>
          </a:bodyPr>
          <a:lstStyle>
            <a:defPPr>
              <a:defRPr lang="de-DE"/>
            </a:defPPr>
          </a:lstStyle>
          <a:p>
            <a:pPr rtl="0"/>
            <a:fld id="{47FEACEE-25B4-4A2D-B147-27296E36371D}" type="slidenum">
              <a:rPr lang="de-DE" altLang="zh-CN" noProof="0" smtClean="0"/>
              <a:pPr rtl="0"/>
              <a:t>‹#›</a:t>
            </a:fld>
            <a:endParaRPr lang="de-DE" altLang="zh-CN" noProof="0"/>
          </a:p>
        </p:txBody>
      </p:sp>
    </p:spTree>
    <p:extLst>
      <p:ext uri="{BB962C8B-B14F-4D97-AF65-F5344CB8AC3E}">
        <p14:creationId xmlns:p14="http://schemas.microsoft.com/office/powerpoint/2010/main" val="26498592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Zeitleiste">
    <p:spTree>
      <p:nvGrpSpPr>
        <p:cNvPr id="1" name=""/>
        <p:cNvGrpSpPr/>
        <p:nvPr/>
      </p:nvGrpSpPr>
      <p:grpSpPr>
        <a:xfrm>
          <a:off x="0" y="0"/>
          <a:ext cx="0" cy="0"/>
          <a:chOff x="0" y="0"/>
          <a:chExt cx="0" cy="0"/>
        </a:xfrm>
      </p:grpSpPr>
      <p:sp>
        <p:nvSpPr>
          <p:cNvPr id="66" name="Freihandform: Form 25">
            <a:extLst>
              <a:ext uri="{FF2B5EF4-FFF2-40B4-BE49-F238E27FC236}">
                <a16:creationId xmlns:a16="http://schemas.microsoft.com/office/drawing/2014/main" id="{D61EE2E4-C5DD-4944-B70C-8F0A3F741A59}"/>
              </a:ext>
            </a:extLst>
          </p:cNvPr>
          <p:cNvSpPr/>
          <p:nvPr userDrawn="1"/>
        </p:nvSpPr>
        <p:spPr>
          <a:xfrm>
            <a:off x="1295508" y="3039919"/>
            <a:ext cx="2375255" cy="273493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cap="flat" cmpd="sng" algn="ctr">
            <a:solidFill>
              <a:sysClr val="window" lastClr="FFFFFF"/>
            </a:solidFill>
            <a:prstDash val="solid"/>
            <a:miter lim="800000"/>
          </a:ln>
          <a:effectLst/>
        </p:spPr>
        <p:txBody>
          <a:bodyPr rtlCol="0" anchor="ctr">
            <a:noAutofit/>
          </a:bodyPr>
          <a:lstStyle>
            <a:defPPr>
              <a:defRPr lang="de-DE"/>
            </a:defPPr>
          </a:lstStyle>
          <a:p>
            <a:pPr marL="0" marR="0" lvl="0" indent="0" algn="ctr" defTabSz="914400" rtl="0" eaLnBrk="1" fontAlgn="auto" latinLnBrk="0" hangingPunct="1">
              <a:lnSpc>
                <a:spcPct val="100000"/>
              </a:lnSpc>
              <a:spcBef>
                <a:spcPts val="0"/>
              </a:spcBef>
              <a:spcAft>
                <a:spcPts val="0"/>
              </a:spcAft>
              <a:buClrTx/>
              <a:buSzTx/>
              <a:buFontTx/>
              <a:buNone/>
              <a:tabLst/>
              <a:defRPr lang="de-DE"/>
            </a:pPr>
            <a:endParaRPr kumimoji="0" lang="de-DE" sz="1800" b="0" i="0" u="none" strike="noStrike" kern="0" cap="none" spc="0" normalizeH="0" baseline="0" noProof="0">
              <a:ln>
                <a:noFill/>
              </a:ln>
              <a:solidFill>
                <a:prstClr val="white"/>
              </a:solidFill>
              <a:effectLst/>
              <a:uLnTx/>
              <a:uFillTx/>
              <a:latin typeface="Posterama Text SemiBold"/>
              <a:ea typeface="+mn-ea"/>
              <a:cs typeface="+mn-cs"/>
            </a:endParaRPr>
          </a:p>
        </p:txBody>
      </p:sp>
      <p:sp>
        <p:nvSpPr>
          <p:cNvPr id="67" name="Freihandform: Form 26">
            <a:extLst>
              <a:ext uri="{FF2B5EF4-FFF2-40B4-BE49-F238E27FC236}">
                <a16:creationId xmlns:a16="http://schemas.microsoft.com/office/drawing/2014/main" id="{91FA36A8-94E8-4069-B957-F7145D77BD5F}"/>
              </a:ext>
            </a:extLst>
          </p:cNvPr>
          <p:cNvSpPr/>
          <p:nvPr userDrawn="1"/>
        </p:nvSpPr>
        <p:spPr>
          <a:xfrm>
            <a:off x="3670763" y="1677046"/>
            <a:ext cx="2375255" cy="273493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cap="flat" cmpd="sng" algn="ctr">
            <a:solidFill>
              <a:sysClr val="window" lastClr="FFFFFF"/>
            </a:solidFill>
            <a:prstDash val="solid"/>
            <a:miter lim="800000"/>
          </a:ln>
          <a:effectLst/>
        </p:spPr>
        <p:txBody>
          <a:bodyPr rtlCol="0" anchor="ctr">
            <a:noAutofit/>
          </a:bodyPr>
          <a:lstStyle>
            <a:defPPr>
              <a:defRPr lang="de-DE"/>
            </a:defPPr>
          </a:lstStyle>
          <a:p>
            <a:pPr marL="0" marR="0" lvl="0" indent="0" algn="ctr" defTabSz="914400" rtl="0" eaLnBrk="1" fontAlgn="auto" latinLnBrk="0" hangingPunct="1">
              <a:lnSpc>
                <a:spcPct val="100000"/>
              </a:lnSpc>
              <a:spcBef>
                <a:spcPts val="0"/>
              </a:spcBef>
              <a:spcAft>
                <a:spcPts val="0"/>
              </a:spcAft>
              <a:buClrTx/>
              <a:buSzTx/>
              <a:buFontTx/>
              <a:buNone/>
              <a:tabLst/>
              <a:defRPr lang="de-DE"/>
            </a:pPr>
            <a:endParaRPr kumimoji="0" lang="de-DE" sz="1800" b="0" i="0" u="none" strike="noStrike" kern="0" cap="none" spc="0" normalizeH="0" baseline="0" noProof="0">
              <a:ln>
                <a:noFill/>
              </a:ln>
              <a:solidFill>
                <a:prstClr val="white"/>
              </a:solidFill>
              <a:effectLst/>
              <a:uLnTx/>
              <a:uFillTx/>
              <a:latin typeface="Posterama Text SemiBold"/>
              <a:ea typeface="+mn-ea"/>
              <a:cs typeface="+mn-cs"/>
            </a:endParaRPr>
          </a:p>
        </p:txBody>
      </p:sp>
      <p:sp>
        <p:nvSpPr>
          <p:cNvPr id="68" name="Freihandform: Form 27">
            <a:extLst>
              <a:ext uri="{FF2B5EF4-FFF2-40B4-BE49-F238E27FC236}">
                <a16:creationId xmlns:a16="http://schemas.microsoft.com/office/drawing/2014/main" id="{7D38D67C-B6B8-4EB2-BC07-4A8128F44D16}"/>
              </a:ext>
            </a:extLst>
          </p:cNvPr>
          <p:cNvSpPr/>
          <p:nvPr userDrawn="1"/>
        </p:nvSpPr>
        <p:spPr>
          <a:xfrm>
            <a:off x="4865676" y="3722308"/>
            <a:ext cx="2375255" cy="273493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cap="flat" cmpd="sng" algn="ctr">
            <a:solidFill>
              <a:sysClr val="window" lastClr="FFFFFF"/>
            </a:solidFill>
            <a:prstDash val="solid"/>
            <a:miter lim="800000"/>
          </a:ln>
          <a:effectLst/>
        </p:spPr>
        <p:txBody>
          <a:bodyPr rtlCol="0" anchor="ctr">
            <a:noAutofit/>
          </a:bodyPr>
          <a:lstStyle>
            <a:defPPr>
              <a:defRPr lang="de-DE"/>
            </a:defPPr>
          </a:lstStyle>
          <a:p>
            <a:pPr marL="0" marR="0" lvl="0" indent="0" algn="ctr" defTabSz="914400" rtl="0" eaLnBrk="1" fontAlgn="auto" latinLnBrk="0" hangingPunct="1">
              <a:lnSpc>
                <a:spcPct val="100000"/>
              </a:lnSpc>
              <a:spcBef>
                <a:spcPts val="0"/>
              </a:spcBef>
              <a:spcAft>
                <a:spcPts val="0"/>
              </a:spcAft>
              <a:buClrTx/>
              <a:buSzTx/>
              <a:buFontTx/>
              <a:buNone/>
              <a:tabLst/>
              <a:defRPr lang="de-DE"/>
            </a:pPr>
            <a:endParaRPr kumimoji="0" lang="de-DE" sz="1800" b="0" i="0" u="none" strike="noStrike" kern="0" cap="none" spc="0" normalizeH="0" baseline="0" noProof="0">
              <a:ln>
                <a:noFill/>
              </a:ln>
              <a:solidFill>
                <a:prstClr val="white"/>
              </a:solidFill>
              <a:effectLst/>
              <a:uLnTx/>
              <a:uFillTx/>
              <a:latin typeface="Posterama Text SemiBold"/>
              <a:ea typeface="+mn-ea"/>
              <a:cs typeface="+mn-cs"/>
            </a:endParaRPr>
          </a:p>
        </p:txBody>
      </p:sp>
      <p:sp>
        <p:nvSpPr>
          <p:cNvPr id="69" name="Freihandform: Form 28">
            <a:extLst>
              <a:ext uri="{FF2B5EF4-FFF2-40B4-BE49-F238E27FC236}">
                <a16:creationId xmlns:a16="http://schemas.microsoft.com/office/drawing/2014/main" id="{6B2E4C8C-D96E-4A66-A3D2-3580DACCF801}"/>
              </a:ext>
            </a:extLst>
          </p:cNvPr>
          <p:cNvSpPr/>
          <p:nvPr userDrawn="1"/>
        </p:nvSpPr>
        <p:spPr>
          <a:xfrm>
            <a:off x="7245668" y="3725411"/>
            <a:ext cx="2375255" cy="273493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cap="flat" cmpd="sng" algn="ctr">
            <a:solidFill>
              <a:sysClr val="window" lastClr="FFFFFF"/>
            </a:solidFill>
            <a:prstDash val="solid"/>
            <a:miter lim="800000"/>
          </a:ln>
          <a:effectLst/>
        </p:spPr>
        <p:txBody>
          <a:bodyPr rtlCol="0" anchor="ctr">
            <a:noAutofit/>
          </a:bodyPr>
          <a:lstStyle>
            <a:defPPr>
              <a:defRPr lang="de-DE"/>
            </a:defPPr>
          </a:lstStyle>
          <a:p>
            <a:pPr marL="0" marR="0" lvl="0" indent="0" algn="ctr" defTabSz="914400" rtl="0" eaLnBrk="1" fontAlgn="auto" latinLnBrk="0" hangingPunct="1">
              <a:lnSpc>
                <a:spcPct val="100000"/>
              </a:lnSpc>
              <a:spcBef>
                <a:spcPts val="0"/>
              </a:spcBef>
              <a:spcAft>
                <a:spcPts val="0"/>
              </a:spcAft>
              <a:buClrTx/>
              <a:buSzTx/>
              <a:buFontTx/>
              <a:buNone/>
              <a:tabLst/>
              <a:defRPr lang="de-DE"/>
            </a:pPr>
            <a:endParaRPr kumimoji="0" lang="de-DE" sz="1800" b="0" i="0" u="none" strike="noStrike" kern="0" cap="none" spc="0" normalizeH="0" baseline="0" noProof="0">
              <a:ln>
                <a:noFill/>
              </a:ln>
              <a:solidFill>
                <a:prstClr val="white"/>
              </a:solidFill>
              <a:effectLst/>
              <a:uLnTx/>
              <a:uFillTx/>
              <a:latin typeface="Posterama Text SemiBold"/>
              <a:ea typeface="+mn-ea"/>
              <a:cs typeface="+mn-cs"/>
            </a:endParaRPr>
          </a:p>
        </p:txBody>
      </p:sp>
      <p:sp>
        <p:nvSpPr>
          <p:cNvPr id="70" name="Freihandform: Form 29">
            <a:extLst>
              <a:ext uri="{FF2B5EF4-FFF2-40B4-BE49-F238E27FC236}">
                <a16:creationId xmlns:a16="http://schemas.microsoft.com/office/drawing/2014/main" id="{74E0B8B0-45C7-4733-BBDC-B82F9307E431}"/>
              </a:ext>
            </a:extLst>
          </p:cNvPr>
          <p:cNvSpPr/>
          <p:nvPr userDrawn="1"/>
        </p:nvSpPr>
        <p:spPr>
          <a:xfrm>
            <a:off x="8440729" y="1677046"/>
            <a:ext cx="2375255" cy="273493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cap="flat" cmpd="sng" algn="ctr">
            <a:solidFill>
              <a:sysClr val="window" lastClr="FFFFFF"/>
            </a:solidFill>
            <a:prstDash val="solid"/>
            <a:miter lim="800000"/>
          </a:ln>
          <a:effectLst/>
        </p:spPr>
        <p:txBody>
          <a:bodyPr rtlCol="0" anchor="ctr">
            <a:noAutofit/>
          </a:bodyPr>
          <a:lstStyle>
            <a:defPPr>
              <a:defRPr lang="de-DE"/>
            </a:defPPr>
          </a:lstStyle>
          <a:p>
            <a:pPr marL="0" marR="0" lvl="0" indent="0" algn="ctr" defTabSz="914400" rtl="0" eaLnBrk="1" fontAlgn="auto" latinLnBrk="0" hangingPunct="1">
              <a:lnSpc>
                <a:spcPct val="100000"/>
              </a:lnSpc>
              <a:spcBef>
                <a:spcPts val="0"/>
              </a:spcBef>
              <a:spcAft>
                <a:spcPts val="0"/>
              </a:spcAft>
              <a:buClrTx/>
              <a:buSzTx/>
              <a:buFontTx/>
              <a:buNone/>
              <a:tabLst/>
              <a:defRPr lang="de-DE"/>
            </a:pPr>
            <a:endParaRPr kumimoji="0" lang="de-DE" sz="1800" b="0" i="0" u="none" strike="noStrike" kern="0" cap="none" spc="0" normalizeH="0" baseline="0" noProof="0">
              <a:ln>
                <a:noFill/>
              </a:ln>
              <a:solidFill>
                <a:prstClr val="white"/>
              </a:solidFill>
              <a:effectLst/>
              <a:uLnTx/>
              <a:uFillTx/>
              <a:latin typeface="Posterama Text SemiBold"/>
              <a:ea typeface="+mn-ea"/>
              <a:cs typeface="+mn-cs"/>
            </a:endParaRPr>
          </a:p>
        </p:txBody>
      </p:sp>
      <p:sp>
        <p:nvSpPr>
          <p:cNvPr id="71" name="Freihandform: Form 30">
            <a:extLst>
              <a:ext uri="{FF2B5EF4-FFF2-40B4-BE49-F238E27FC236}">
                <a16:creationId xmlns:a16="http://schemas.microsoft.com/office/drawing/2014/main" id="{F0BBECC2-631C-4C53-A9E8-6C87D48A3B01}"/>
              </a:ext>
            </a:extLst>
          </p:cNvPr>
          <p:cNvSpPr/>
          <p:nvPr userDrawn="1"/>
        </p:nvSpPr>
        <p:spPr>
          <a:xfrm>
            <a:off x="1274779" y="1667026"/>
            <a:ext cx="7152768" cy="2736950"/>
          </a:xfrm>
          <a:custGeom>
            <a:avLst/>
            <a:gdLst>
              <a:gd name="connsiteX0" fmla="*/ 0 w 5958191"/>
              <a:gd name="connsiteY0" fmla="*/ 2052536 h 2733472"/>
              <a:gd name="connsiteX1" fmla="*/ 1186774 w 5958191"/>
              <a:gd name="connsiteY1" fmla="*/ 1361872 h 2733472"/>
              <a:gd name="connsiteX2" fmla="*/ 2368685 w 5958191"/>
              <a:gd name="connsiteY2" fmla="*/ 2057400 h 2733472"/>
              <a:gd name="connsiteX3" fmla="*/ 2378413 w 5958191"/>
              <a:gd name="connsiteY3" fmla="*/ 690664 h 2733472"/>
              <a:gd name="connsiteX4" fmla="*/ 3570051 w 5958191"/>
              <a:gd name="connsiteY4" fmla="*/ 0 h 2733472"/>
              <a:gd name="connsiteX5" fmla="*/ 4761689 w 5958191"/>
              <a:gd name="connsiteY5" fmla="*/ 680936 h 2733472"/>
              <a:gd name="connsiteX6" fmla="*/ 4756825 w 5958191"/>
              <a:gd name="connsiteY6" fmla="*/ 2052536 h 2733472"/>
              <a:gd name="connsiteX7" fmla="*/ 5958191 w 5958191"/>
              <a:gd name="connsiteY7" fmla="*/ 2733472 h 2733472"/>
              <a:gd name="connsiteX8" fmla="*/ 5958191 w 5958191"/>
              <a:gd name="connsiteY8" fmla="*/ 2733472 h 2733472"/>
              <a:gd name="connsiteX0" fmla="*/ 0 w 7159557"/>
              <a:gd name="connsiteY0" fmla="*/ 2052536 h 2733472"/>
              <a:gd name="connsiteX1" fmla="*/ 1186774 w 7159557"/>
              <a:gd name="connsiteY1" fmla="*/ 1361872 h 2733472"/>
              <a:gd name="connsiteX2" fmla="*/ 2368685 w 7159557"/>
              <a:gd name="connsiteY2" fmla="*/ 2057400 h 2733472"/>
              <a:gd name="connsiteX3" fmla="*/ 2378413 w 7159557"/>
              <a:gd name="connsiteY3" fmla="*/ 690664 h 2733472"/>
              <a:gd name="connsiteX4" fmla="*/ 3570051 w 7159557"/>
              <a:gd name="connsiteY4" fmla="*/ 0 h 2733472"/>
              <a:gd name="connsiteX5" fmla="*/ 4761689 w 7159557"/>
              <a:gd name="connsiteY5" fmla="*/ 680936 h 2733472"/>
              <a:gd name="connsiteX6" fmla="*/ 4756825 w 7159557"/>
              <a:gd name="connsiteY6" fmla="*/ 2052536 h 2733472"/>
              <a:gd name="connsiteX7" fmla="*/ 5958191 w 7159557"/>
              <a:gd name="connsiteY7" fmla="*/ 2733472 h 2733472"/>
              <a:gd name="connsiteX8" fmla="*/ 7159557 w 7159557"/>
              <a:gd name="connsiteY8" fmla="*/ 2067128 h 2733472"/>
              <a:gd name="connsiteX0" fmla="*/ 0 w 7164420"/>
              <a:gd name="connsiteY0" fmla="*/ 2052536 h 2733472"/>
              <a:gd name="connsiteX1" fmla="*/ 1186774 w 7164420"/>
              <a:gd name="connsiteY1" fmla="*/ 1361872 h 2733472"/>
              <a:gd name="connsiteX2" fmla="*/ 2368685 w 7164420"/>
              <a:gd name="connsiteY2" fmla="*/ 2057400 h 2733472"/>
              <a:gd name="connsiteX3" fmla="*/ 2378413 w 7164420"/>
              <a:gd name="connsiteY3" fmla="*/ 690664 h 2733472"/>
              <a:gd name="connsiteX4" fmla="*/ 3570051 w 7164420"/>
              <a:gd name="connsiteY4" fmla="*/ 0 h 2733472"/>
              <a:gd name="connsiteX5" fmla="*/ 4761689 w 7164420"/>
              <a:gd name="connsiteY5" fmla="*/ 680936 h 2733472"/>
              <a:gd name="connsiteX6" fmla="*/ 4756825 w 7164420"/>
              <a:gd name="connsiteY6" fmla="*/ 2052536 h 2733472"/>
              <a:gd name="connsiteX7" fmla="*/ 5958191 w 7164420"/>
              <a:gd name="connsiteY7" fmla="*/ 2733472 h 2733472"/>
              <a:gd name="connsiteX8" fmla="*/ 7164420 w 7164420"/>
              <a:gd name="connsiteY8" fmla="*/ 2062264 h 2733472"/>
              <a:gd name="connsiteX0" fmla="*/ 0 w 7164420"/>
              <a:gd name="connsiteY0" fmla="*/ 2052536 h 2733472"/>
              <a:gd name="connsiteX1" fmla="*/ 1186774 w 7164420"/>
              <a:gd name="connsiteY1" fmla="*/ 1361872 h 2733472"/>
              <a:gd name="connsiteX2" fmla="*/ 2368685 w 7164420"/>
              <a:gd name="connsiteY2" fmla="*/ 2057400 h 2733472"/>
              <a:gd name="connsiteX3" fmla="*/ 2378413 w 7164420"/>
              <a:gd name="connsiteY3" fmla="*/ 690664 h 2733472"/>
              <a:gd name="connsiteX4" fmla="*/ 3570051 w 7164420"/>
              <a:gd name="connsiteY4" fmla="*/ 0 h 2733472"/>
              <a:gd name="connsiteX5" fmla="*/ 4761689 w 7164420"/>
              <a:gd name="connsiteY5" fmla="*/ 680936 h 2733472"/>
              <a:gd name="connsiteX6" fmla="*/ 4756825 w 7164420"/>
              <a:gd name="connsiteY6" fmla="*/ 2052536 h 2733472"/>
              <a:gd name="connsiteX7" fmla="*/ 5958191 w 7164420"/>
              <a:gd name="connsiteY7" fmla="*/ 2733472 h 2733472"/>
              <a:gd name="connsiteX8" fmla="*/ 7164420 w 7164420"/>
              <a:gd name="connsiteY8" fmla="*/ 2057400 h 2733472"/>
              <a:gd name="connsiteX0" fmla="*/ 0 w 7164420"/>
              <a:gd name="connsiteY0" fmla="*/ 2052536 h 2733472"/>
              <a:gd name="connsiteX1" fmla="*/ 1186774 w 7164420"/>
              <a:gd name="connsiteY1" fmla="*/ 1361872 h 2733472"/>
              <a:gd name="connsiteX2" fmla="*/ 2368685 w 7164420"/>
              <a:gd name="connsiteY2" fmla="*/ 2057400 h 2733472"/>
              <a:gd name="connsiteX3" fmla="*/ 2378413 w 7164420"/>
              <a:gd name="connsiteY3" fmla="*/ 690664 h 2733472"/>
              <a:gd name="connsiteX4" fmla="*/ 3570051 w 7164420"/>
              <a:gd name="connsiteY4" fmla="*/ 0 h 2733472"/>
              <a:gd name="connsiteX5" fmla="*/ 4761689 w 7164420"/>
              <a:gd name="connsiteY5" fmla="*/ 680936 h 2733472"/>
              <a:gd name="connsiteX6" fmla="*/ 4756825 w 7164420"/>
              <a:gd name="connsiteY6" fmla="*/ 2052536 h 2733472"/>
              <a:gd name="connsiteX7" fmla="*/ 5958191 w 7164420"/>
              <a:gd name="connsiteY7" fmla="*/ 2733472 h 2733472"/>
              <a:gd name="connsiteX8" fmla="*/ 7164420 w 7164420"/>
              <a:gd name="connsiteY8" fmla="*/ 2052536 h 2733472"/>
              <a:gd name="connsiteX0" fmla="*/ 0 w 7159556"/>
              <a:gd name="connsiteY0" fmla="*/ 2052536 h 2733472"/>
              <a:gd name="connsiteX1" fmla="*/ 1186774 w 7159556"/>
              <a:gd name="connsiteY1" fmla="*/ 1361872 h 2733472"/>
              <a:gd name="connsiteX2" fmla="*/ 2368685 w 7159556"/>
              <a:gd name="connsiteY2" fmla="*/ 2057400 h 2733472"/>
              <a:gd name="connsiteX3" fmla="*/ 2378413 w 7159556"/>
              <a:gd name="connsiteY3" fmla="*/ 690664 h 2733472"/>
              <a:gd name="connsiteX4" fmla="*/ 3570051 w 7159556"/>
              <a:gd name="connsiteY4" fmla="*/ 0 h 2733472"/>
              <a:gd name="connsiteX5" fmla="*/ 4761689 w 7159556"/>
              <a:gd name="connsiteY5" fmla="*/ 680936 h 2733472"/>
              <a:gd name="connsiteX6" fmla="*/ 4756825 w 7159556"/>
              <a:gd name="connsiteY6" fmla="*/ 2052536 h 2733472"/>
              <a:gd name="connsiteX7" fmla="*/ 5958191 w 7159556"/>
              <a:gd name="connsiteY7" fmla="*/ 2733472 h 2733472"/>
              <a:gd name="connsiteX8" fmla="*/ 7159556 w 7159556"/>
              <a:gd name="connsiteY8" fmla="*/ 2052536 h 2733472"/>
              <a:gd name="connsiteX0" fmla="*/ 0 w 7145649"/>
              <a:gd name="connsiteY0" fmla="*/ 2049060 h 2733472"/>
              <a:gd name="connsiteX1" fmla="*/ 1172867 w 7145649"/>
              <a:gd name="connsiteY1" fmla="*/ 1361872 h 2733472"/>
              <a:gd name="connsiteX2" fmla="*/ 2354778 w 7145649"/>
              <a:gd name="connsiteY2" fmla="*/ 2057400 h 2733472"/>
              <a:gd name="connsiteX3" fmla="*/ 2364506 w 7145649"/>
              <a:gd name="connsiteY3" fmla="*/ 690664 h 2733472"/>
              <a:gd name="connsiteX4" fmla="*/ 3556144 w 7145649"/>
              <a:gd name="connsiteY4" fmla="*/ 0 h 2733472"/>
              <a:gd name="connsiteX5" fmla="*/ 4747782 w 7145649"/>
              <a:gd name="connsiteY5" fmla="*/ 680936 h 2733472"/>
              <a:gd name="connsiteX6" fmla="*/ 4742918 w 7145649"/>
              <a:gd name="connsiteY6" fmla="*/ 2052536 h 2733472"/>
              <a:gd name="connsiteX7" fmla="*/ 5944284 w 7145649"/>
              <a:gd name="connsiteY7" fmla="*/ 2733472 h 2733472"/>
              <a:gd name="connsiteX8" fmla="*/ 7145649 w 7145649"/>
              <a:gd name="connsiteY8" fmla="*/ 2052536 h 2733472"/>
              <a:gd name="connsiteX0" fmla="*/ 0 w 7156079"/>
              <a:gd name="connsiteY0" fmla="*/ 2035152 h 2733472"/>
              <a:gd name="connsiteX1" fmla="*/ 1183297 w 7156079"/>
              <a:gd name="connsiteY1" fmla="*/ 1361872 h 2733472"/>
              <a:gd name="connsiteX2" fmla="*/ 2365208 w 7156079"/>
              <a:gd name="connsiteY2" fmla="*/ 2057400 h 2733472"/>
              <a:gd name="connsiteX3" fmla="*/ 2374936 w 7156079"/>
              <a:gd name="connsiteY3" fmla="*/ 690664 h 2733472"/>
              <a:gd name="connsiteX4" fmla="*/ 3566574 w 7156079"/>
              <a:gd name="connsiteY4" fmla="*/ 0 h 2733472"/>
              <a:gd name="connsiteX5" fmla="*/ 4758212 w 7156079"/>
              <a:gd name="connsiteY5" fmla="*/ 680936 h 2733472"/>
              <a:gd name="connsiteX6" fmla="*/ 4753348 w 7156079"/>
              <a:gd name="connsiteY6" fmla="*/ 2052536 h 2733472"/>
              <a:gd name="connsiteX7" fmla="*/ 5954714 w 7156079"/>
              <a:gd name="connsiteY7" fmla="*/ 2733472 h 2733472"/>
              <a:gd name="connsiteX8" fmla="*/ 7156079 w 7156079"/>
              <a:gd name="connsiteY8" fmla="*/ 2052536 h 2733472"/>
              <a:gd name="connsiteX0" fmla="*/ 0 w 7156079"/>
              <a:gd name="connsiteY0" fmla="*/ 2035152 h 2733472"/>
              <a:gd name="connsiteX1" fmla="*/ 1183297 w 7156079"/>
              <a:gd name="connsiteY1" fmla="*/ 1344488 h 2733472"/>
              <a:gd name="connsiteX2" fmla="*/ 2365208 w 7156079"/>
              <a:gd name="connsiteY2" fmla="*/ 2057400 h 2733472"/>
              <a:gd name="connsiteX3" fmla="*/ 2374936 w 7156079"/>
              <a:gd name="connsiteY3" fmla="*/ 690664 h 2733472"/>
              <a:gd name="connsiteX4" fmla="*/ 3566574 w 7156079"/>
              <a:gd name="connsiteY4" fmla="*/ 0 h 2733472"/>
              <a:gd name="connsiteX5" fmla="*/ 4758212 w 7156079"/>
              <a:gd name="connsiteY5" fmla="*/ 680936 h 2733472"/>
              <a:gd name="connsiteX6" fmla="*/ 4753348 w 7156079"/>
              <a:gd name="connsiteY6" fmla="*/ 2052536 h 2733472"/>
              <a:gd name="connsiteX7" fmla="*/ 5954714 w 7156079"/>
              <a:gd name="connsiteY7" fmla="*/ 2733472 h 2733472"/>
              <a:gd name="connsiteX8" fmla="*/ 7156079 w 7156079"/>
              <a:gd name="connsiteY8" fmla="*/ 2052536 h 2733472"/>
              <a:gd name="connsiteX0" fmla="*/ 0 w 7156079"/>
              <a:gd name="connsiteY0" fmla="*/ 2035152 h 2733472"/>
              <a:gd name="connsiteX1" fmla="*/ 1183297 w 7156079"/>
              <a:gd name="connsiteY1" fmla="*/ 1344488 h 2733472"/>
              <a:gd name="connsiteX2" fmla="*/ 2361731 w 7156079"/>
              <a:gd name="connsiteY2" fmla="*/ 2029586 h 2733472"/>
              <a:gd name="connsiteX3" fmla="*/ 2374936 w 7156079"/>
              <a:gd name="connsiteY3" fmla="*/ 690664 h 2733472"/>
              <a:gd name="connsiteX4" fmla="*/ 3566574 w 7156079"/>
              <a:gd name="connsiteY4" fmla="*/ 0 h 2733472"/>
              <a:gd name="connsiteX5" fmla="*/ 4758212 w 7156079"/>
              <a:gd name="connsiteY5" fmla="*/ 680936 h 2733472"/>
              <a:gd name="connsiteX6" fmla="*/ 4753348 w 7156079"/>
              <a:gd name="connsiteY6" fmla="*/ 2052536 h 2733472"/>
              <a:gd name="connsiteX7" fmla="*/ 5954714 w 7156079"/>
              <a:gd name="connsiteY7" fmla="*/ 2733472 h 2733472"/>
              <a:gd name="connsiteX8" fmla="*/ 7156079 w 7156079"/>
              <a:gd name="connsiteY8" fmla="*/ 2052536 h 2733472"/>
              <a:gd name="connsiteX0" fmla="*/ 0 w 7156079"/>
              <a:gd name="connsiteY0" fmla="*/ 2035152 h 2733472"/>
              <a:gd name="connsiteX1" fmla="*/ 1183297 w 7156079"/>
              <a:gd name="connsiteY1" fmla="*/ 1344488 h 2733472"/>
              <a:gd name="connsiteX2" fmla="*/ 2382592 w 7156079"/>
              <a:gd name="connsiteY2" fmla="*/ 2033063 h 2733472"/>
              <a:gd name="connsiteX3" fmla="*/ 2374936 w 7156079"/>
              <a:gd name="connsiteY3" fmla="*/ 690664 h 2733472"/>
              <a:gd name="connsiteX4" fmla="*/ 3566574 w 7156079"/>
              <a:gd name="connsiteY4" fmla="*/ 0 h 2733472"/>
              <a:gd name="connsiteX5" fmla="*/ 4758212 w 7156079"/>
              <a:gd name="connsiteY5" fmla="*/ 680936 h 2733472"/>
              <a:gd name="connsiteX6" fmla="*/ 4753348 w 7156079"/>
              <a:gd name="connsiteY6" fmla="*/ 2052536 h 2733472"/>
              <a:gd name="connsiteX7" fmla="*/ 5954714 w 7156079"/>
              <a:gd name="connsiteY7" fmla="*/ 2733472 h 2733472"/>
              <a:gd name="connsiteX8" fmla="*/ 7156079 w 7156079"/>
              <a:gd name="connsiteY8" fmla="*/ 2052536 h 2733472"/>
              <a:gd name="connsiteX0" fmla="*/ 0 w 7156079"/>
              <a:gd name="connsiteY0" fmla="*/ 2035152 h 2733472"/>
              <a:gd name="connsiteX1" fmla="*/ 1183297 w 7156079"/>
              <a:gd name="connsiteY1" fmla="*/ 1344488 h 2733472"/>
              <a:gd name="connsiteX2" fmla="*/ 2372162 w 7156079"/>
              <a:gd name="connsiteY2" fmla="*/ 2026110 h 2733472"/>
              <a:gd name="connsiteX3" fmla="*/ 2374936 w 7156079"/>
              <a:gd name="connsiteY3" fmla="*/ 690664 h 2733472"/>
              <a:gd name="connsiteX4" fmla="*/ 3566574 w 7156079"/>
              <a:gd name="connsiteY4" fmla="*/ 0 h 2733472"/>
              <a:gd name="connsiteX5" fmla="*/ 4758212 w 7156079"/>
              <a:gd name="connsiteY5" fmla="*/ 680936 h 2733472"/>
              <a:gd name="connsiteX6" fmla="*/ 4753348 w 7156079"/>
              <a:gd name="connsiteY6" fmla="*/ 2052536 h 2733472"/>
              <a:gd name="connsiteX7" fmla="*/ 5954714 w 7156079"/>
              <a:gd name="connsiteY7" fmla="*/ 2733472 h 2733472"/>
              <a:gd name="connsiteX8" fmla="*/ 7156079 w 7156079"/>
              <a:gd name="connsiteY8" fmla="*/ 2052536 h 2733472"/>
              <a:gd name="connsiteX0" fmla="*/ 0 w 7156079"/>
              <a:gd name="connsiteY0" fmla="*/ 2062966 h 2761286"/>
              <a:gd name="connsiteX1" fmla="*/ 1183297 w 7156079"/>
              <a:gd name="connsiteY1" fmla="*/ 1372302 h 2761286"/>
              <a:gd name="connsiteX2" fmla="*/ 2372162 w 7156079"/>
              <a:gd name="connsiteY2" fmla="*/ 2053924 h 2761286"/>
              <a:gd name="connsiteX3" fmla="*/ 2374936 w 7156079"/>
              <a:gd name="connsiteY3" fmla="*/ 718478 h 2761286"/>
              <a:gd name="connsiteX4" fmla="*/ 3577004 w 7156079"/>
              <a:gd name="connsiteY4" fmla="*/ 0 h 2761286"/>
              <a:gd name="connsiteX5" fmla="*/ 4758212 w 7156079"/>
              <a:gd name="connsiteY5" fmla="*/ 708750 h 2761286"/>
              <a:gd name="connsiteX6" fmla="*/ 4753348 w 7156079"/>
              <a:gd name="connsiteY6" fmla="*/ 2080350 h 2761286"/>
              <a:gd name="connsiteX7" fmla="*/ 5954714 w 7156079"/>
              <a:gd name="connsiteY7" fmla="*/ 2761286 h 2761286"/>
              <a:gd name="connsiteX8" fmla="*/ 7156079 w 7156079"/>
              <a:gd name="connsiteY8" fmla="*/ 2080350 h 2761286"/>
              <a:gd name="connsiteX0" fmla="*/ 0 w 7156079"/>
              <a:gd name="connsiteY0" fmla="*/ 2062966 h 2761286"/>
              <a:gd name="connsiteX1" fmla="*/ 1183297 w 7156079"/>
              <a:gd name="connsiteY1" fmla="*/ 1372302 h 2761286"/>
              <a:gd name="connsiteX2" fmla="*/ 2372162 w 7156079"/>
              <a:gd name="connsiteY2" fmla="*/ 2053924 h 2761286"/>
              <a:gd name="connsiteX3" fmla="*/ 2371460 w 7156079"/>
              <a:gd name="connsiteY3" fmla="*/ 708048 h 2761286"/>
              <a:gd name="connsiteX4" fmla="*/ 3577004 w 7156079"/>
              <a:gd name="connsiteY4" fmla="*/ 0 h 2761286"/>
              <a:gd name="connsiteX5" fmla="*/ 4758212 w 7156079"/>
              <a:gd name="connsiteY5" fmla="*/ 708750 h 2761286"/>
              <a:gd name="connsiteX6" fmla="*/ 4753348 w 7156079"/>
              <a:gd name="connsiteY6" fmla="*/ 2080350 h 2761286"/>
              <a:gd name="connsiteX7" fmla="*/ 5954714 w 7156079"/>
              <a:gd name="connsiteY7" fmla="*/ 2761286 h 2761286"/>
              <a:gd name="connsiteX8" fmla="*/ 7156079 w 7156079"/>
              <a:gd name="connsiteY8" fmla="*/ 2080350 h 2761286"/>
              <a:gd name="connsiteX0" fmla="*/ 0 w 7156079"/>
              <a:gd name="connsiteY0" fmla="*/ 2035152 h 2733472"/>
              <a:gd name="connsiteX1" fmla="*/ 1183297 w 7156079"/>
              <a:gd name="connsiteY1" fmla="*/ 1344488 h 2733472"/>
              <a:gd name="connsiteX2" fmla="*/ 2372162 w 7156079"/>
              <a:gd name="connsiteY2" fmla="*/ 2026110 h 2733472"/>
              <a:gd name="connsiteX3" fmla="*/ 2371460 w 7156079"/>
              <a:gd name="connsiteY3" fmla="*/ 680234 h 2733472"/>
              <a:gd name="connsiteX4" fmla="*/ 3573527 w 7156079"/>
              <a:gd name="connsiteY4" fmla="*/ 0 h 2733472"/>
              <a:gd name="connsiteX5" fmla="*/ 4758212 w 7156079"/>
              <a:gd name="connsiteY5" fmla="*/ 680936 h 2733472"/>
              <a:gd name="connsiteX6" fmla="*/ 4753348 w 7156079"/>
              <a:gd name="connsiteY6" fmla="*/ 2052536 h 2733472"/>
              <a:gd name="connsiteX7" fmla="*/ 5954714 w 7156079"/>
              <a:gd name="connsiteY7" fmla="*/ 2733472 h 2733472"/>
              <a:gd name="connsiteX8" fmla="*/ 7156079 w 7156079"/>
              <a:gd name="connsiteY8" fmla="*/ 2052536 h 2733472"/>
              <a:gd name="connsiteX0" fmla="*/ 0 w 7156079"/>
              <a:gd name="connsiteY0" fmla="*/ 2062967 h 2761287"/>
              <a:gd name="connsiteX1" fmla="*/ 1183297 w 7156079"/>
              <a:gd name="connsiteY1" fmla="*/ 1372303 h 2761287"/>
              <a:gd name="connsiteX2" fmla="*/ 2372162 w 7156079"/>
              <a:gd name="connsiteY2" fmla="*/ 2053925 h 2761287"/>
              <a:gd name="connsiteX3" fmla="*/ 2371460 w 7156079"/>
              <a:gd name="connsiteY3" fmla="*/ 708049 h 2761287"/>
              <a:gd name="connsiteX4" fmla="*/ 3563096 w 7156079"/>
              <a:gd name="connsiteY4" fmla="*/ 0 h 2761287"/>
              <a:gd name="connsiteX5" fmla="*/ 4758212 w 7156079"/>
              <a:gd name="connsiteY5" fmla="*/ 708751 h 2761287"/>
              <a:gd name="connsiteX6" fmla="*/ 4753348 w 7156079"/>
              <a:gd name="connsiteY6" fmla="*/ 2080351 h 2761287"/>
              <a:gd name="connsiteX7" fmla="*/ 5954714 w 7156079"/>
              <a:gd name="connsiteY7" fmla="*/ 2761287 h 2761287"/>
              <a:gd name="connsiteX8" fmla="*/ 7156079 w 7156079"/>
              <a:gd name="connsiteY8" fmla="*/ 2080351 h 2761287"/>
              <a:gd name="connsiteX0" fmla="*/ 0 w 7156079"/>
              <a:gd name="connsiteY0" fmla="*/ 2045583 h 2743903"/>
              <a:gd name="connsiteX1" fmla="*/ 1183297 w 7156079"/>
              <a:gd name="connsiteY1" fmla="*/ 1354919 h 2743903"/>
              <a:gd name="connsiteX2" fmla="*/ 2372162 w 7156079"/>
              <a:gd name="connsiteY2" fmla="*/ 2036541 h 2743903"/>
              <a:gd name="connsiteX3" fmla="*/ 2371460 w 7156079"/>
              <a:gd name="connsiteY3" fmla="*/ 690665 h 2743903"/>
              <a:gd name="connsiteX4" fmla="*/ 3563096 w 7156079"/>
              <a:gd name="connsiteY4" fmla="*/ 0 h 2743903"/>
              <a:gd name="connsiteX5" fmla="*/ 4758212 w 7156079"/>
              <a:gd name="connsiteY5" fmla="*/ 691367 h 2743903"/>
              <a:gd name="connsiteX6" fmla="*/ 4753348 w 7156079"/>
              <a:gd name="connsiteY6" fmla="*/ 2062967 h 2743903"/>
              <a:gd name="connsiteX7" fmla="*/ 5954714 w 7156079"/>
              <a:gd name="connsiteY7" fmla="*/ 2743903 h 2743903"/>
              <a:gd name="connsiteX8" fmla="*/ 7156079 w 7156079"/>
              <a:gd name="connsiteY8" fmla="*/ 2062967 h 2743903"/>
              <a:gd name="connsiteX0" fmla="*/ 0 w 7156079"/>
              <a:gd name="connsiteY0" fmla="*/ 2052537 h 2750857"/>
              <a:gd name="connsiteX1" fmla="*/ 1183297 w 7156079"/>
              <a:gd name="connsiteY1" fmla="*/ 1361873 h 2750857"/>
              <a:gd name="connsiteX2" fmla="*/ 2372162 w 7156079"/>
              <a:gd name="connsiteY2" fmla="*/ 2043495 h 2750857"/>
              <a:gd name="connsiteX3" fmla="*/ 2371460 w 7156079"/>
              <a:gd name="connsiteY3" fmla="*/ 697619 h 2750857"/>
              <a:gd name="connsiteX4" fmla="*/ 3559620 w 7156079"/>
              <a:gd name="connsiteY4" fmla="*/ 0 h 2750857"/>
              <a:gd name="connsiteX5" fmla="*/ 4758212 w 7156079"/>
              <a:gd name="connsiteY5" fmla="*/ 698321 h 2750857"/>
              <a:gd name="connsiteX6" fmla="*/ 4753348 w 7156079"/>
              <a:gd name="connsiteY6" fmla="*/ 2069921 h 2750857"/>
              <a:gd name="connsiteX7" fmla="*/ 5954714 w 7156079"/>
              <a:gd name="connsiteY7" fmla="*/ 2750857 h 2750857"/>
              <a:gd name="connsiteX8" fmla="*/ 7156079 w 7156079"/>
              <a:gd name="connsiteY8" fmla="*/ 2069921 h 2750857"/>
              <a:gd name="connsiteX0" fmla="*/ 0 w 7156079"/>
              <a:gd name="connsiteY0" fmla="*/ 2052537 h 2750857"/>
              <a:gd name="connsiteX1" fmla="*/ 1183297 w 7156079"/>
              <a:gd name="connsiteY1" fmla="*/ 1361873 h 2750857"/>
              <a:gd name="connsiteX2" fmla="*/ 2372162 w 7156079"/>
              <a:gd name="connsiteY2" fmla="*/ 2043495 h 2750857"/>
              <a:gd name="connsiteX3" fmla="*/ 2371460 w 7156079"/>
              <a:gd name="connsiteY3" fmla="*/ 697619 h 2750857"/>
              <a:gd name="connsiteX4" fmla="*/ 3559620 w 7156079"/>
              <a:gd name="connsiteY4" fmla="*/ 0 h 2750857"/>
              <a:gd name="connsiteX5" fmla="*/ 4751259 w 7156079"/>
              <a:gd name="connsiteY5" fmla="*/ 698321 h 2750857"/>
              <a:gd name="connsiteX6" fmla="*/ 4753348 w 7156079"/>
              <a:gd name="connsiteY6" fmla="*/ 2069921 h 2750857"/>
              <a:gd name="connsiteX7" fmla="*/ 5954714 w 7156079"/>
              <a:gd name="connsiteY7" fmla="*/ 2750857 h 2750857"/>
              <a:gd name="connsiteX8" fmla="*/ 7156079 w 7156079"/>
              <a:gd name="connsiteY8" fmla="*/ 2069921 h 2750857"/>
              <a:gd name="connsiteX0" fmla="*/ 0 w 7156079"/>
              <a:gd name="connsiteY0" fmla="*/ 2052537 h 2750857"/>
              <a:gd name="connsiteX1" fmla="*/ 1183297 w 7156079"/>
              <a:gd name="connsiteY1" fmla="*/ 1361873 h 2750857"/>
              <a:gd name="connsiteX2" fmla="*/ 2372162 w 7156079"/>
              <a:gd name="connsiteY2" fmla="*/ 2043495 h 2750857"/>
              <a:gd name="connsiteX3" fmla="*/ 2371460 w 7156079"/>
              <a:gd name="connsiteY3" fmla="*/ 697619 h 2750857"/>
              <a:gd name="connsiteX4" fmla="*/ 3559620 w 7156079"/>
              <a:gd name="connsiteY4" fmla="*/ 0 h 2750857"/>
              <a:gd name="connsiteX5" fmla="*/ 4751259 w 7156079"/>
              <a:gd name="connsiteY5" fmla="*/ 698321 h 2750857"/>
              <a:gd name="connsiteX6" fmla="*/ 4742917 w 7156079"/>
              <a:gd name="connsiteY6" fmla="*/ 2062967 h 2750857"/>
              <a:gd name="connsiteX7" fmla="*/ 5954714 w 7156079"/>
              <a:gd name="connsiteY7" fmla="*/ 2750857 h 2750857"/>
              <a:gd name="connsiteX8" fmla="*/ 7156079 w 7156079"/>
              <a:gd name="connsiteY8" fmla="*/ 2069921 h 2750857"/>
              <a:gd name="connsiteX0" fmla="*/ 0 w 7156079"/>
              <a:gd name="connsiteY0" fmla="*/ 2052537 h 2736950"/>
              <a:gd name="connsiteX1" fmla="*/ 1183297 w 7156079"/>
              <a:gd name="connsiteY1" fmla="*/ 1361873 h 2736950"/>
              <a:gd name="connsiteX2" fmla="*/ 2372162 w 7156079"/>
              <a:gd name="connsiteY2" fmla="*/ 2043495 h 2736950"/>
              <a:gd name="connsiteX3" fmla="*/ 2371460 w 7156079"/>
              <a:gd name="connsiteY3" fmla="*/ 697619 h 2736950"/>
              <a:gd name="connsiteX4" fmla="*/ 3559620 w 7156079"/>
              <a:gd name="connsiteY4" fmla="*/ 0 h 2736950"/>
              <a:gd name="connsiteX5" fmla="*/ 4751259 w 7156079"/>
              <a:gd name="connsiteY5" fmla="*/ 698321 h 2736950"/>
              <a:gd name="connsiteX6" fmla="*/ 4742917 w 7156079"/>
              <a:gd name="connsiteY6" fmla="*/ 2062967 h 2736950"/>
              <a:gd name="connsiteX7" fmla="*/ 5954714 w 7156079"/>
              <a:gd name="connsiteY7" fmla="*/ 2736950 h 2736950"/>
              <a:gd name="connsiteX8" fmla="*/ 7156079 w 7156079"/>
              <a:gd name="connsiteY8" fmla="*/ 2069921 h 2736950"/>
              <a:gd name="connsiteX0" fmla="*/ 0 w 7156079"/>
              <a:gd name="connsiteY0" fmla="*/ 2052537 h 2736950"/>
              <a:gd name="connsiteX1" fmla="*/ 1183297 w 7156079"/>
              <a:gd name="connsiteY1" fmla="*/ 1361873 h 2736950"/>
              <a:gd name="connsiteX2" fmla="*/ 2372162 w 7156079"/>
              <a:gd name="connsiteY2" fmla="*/ 2043495 h 2736950"/>
              <a:gd name="connsiteX3" fmla="*/ 2371460 w 7156079"/>
              <a:gd name="connsiteY3" fmla="*/ 697619 h 2736950"/>
              <a:gd name="connsiteX4" fmla="*/ 3559620 w 7156079"/>
              <a:gd name="connsiteY4" fmla="*/ 0 h 2736950"/>
              <a:gd name="connsiteX5" fmla="*/ 4751259 w 7156079"/>
              <a:gd name="connsiteY5" fmla="*/ 698321 h 2736950"/>
              <a:gd name="connsiteX6" fmla="*/ 4760301 w 7156079"/>
              <a:gd name="connsiteY6" fmla="*/ 2052536 h 2736950"/>
              <a:gd name="connsiteX7" fmla="*/ 5954714 w 7156079"/>
              <a:gd name="connsiteY7" fmla="*/ 2736950 h 2736950"/>
              <a:gd name="connsiteX8" fmla="*/ 7156079 w 7156079"/>
              <a:gd name="connsiteY8" fmla="*/ 2069921 h 2736950"/>
              <a:gd name="connsiteX0" fmla="*/ 0 w 7156079"/>
              <a:gd name="connsiteY0" fmla="*/ 2052537 h 2736950"/>
              <a:gd name="connsiteX1" fmla="*/ 1183297 w 7156079"/>
              <a:gd name="connsiteY1" fmla="*/ 1361873 h 2736950"/>
              <a:gd name="connsiteX2" fmla="*/ 2372162 w 7156079"/>
              <a:gd name="connsiteY2" fmla="*/ 2043495 h 2736950"/>
              <a:gd name="connsiteX3" fmla="*/ 2371460 w 7156079"/>
              <a:gd name="connsiteY3" fmla="*/ 697619 h 2736950"/>
              <a:gd name="connsiteX4" fmla="*/ 3559620 w 7156079"/>
              <a:gd name="connsiteY4" fmla="*/ 0 h 2736950"/>
              <a:gd name="connsiteX5" fmla="*/ 4751259 w 7156079"/>
              <a:gd name="connsiteY5" fmla="*/ 698321 h 2736950"/>
              <a:gd name="connsiteX6" fmla="*/ 4742917 w 7156079"/>
              <a:gd name="connsiteY6" fmla="*/ 2052536 h 2736950"/>
              <a:gd name="connsiteX7" fmla="*/ 5954714 w 7156079"/>
              <a:gd name="connsiteY7" fmla="*/ 2736950 h 2736950"/>
              <a:gd name="connsiteX8" fmla="*/ 7156079 w 7156079"/>
              <a:gd name="connsiteY8" fmla="*/ 2069921 h 2736950"/>
              <a:gd name="connsiteX0" fmla="*/ 0 w 7135218"/>
              <a:gd name="connsiteY0" fmla="*/ 2052537 h 2736950"/>
              <a:gd name="connsiteX1" fmla="*/ 1183297 w 7135218"/>
              <a:gd name="connsiteY1" fmla="*/ 1361873 h 2736950"/>
              <a:gd name="connsiteX2" fmla="*/ 2372162 w 7135218"/>
              <a:gd name="connsiteY2" fmla="*/ 2043495 h 2736950"/>
              <a:gd name="connsiteX3" fmla="*/ 2371460 w 7135218"/>
              <a:gd name="connsiteY3" fmla="*/ 697619 h 2736950"/>
              <a:gd name="connsiteX4" fmla="*/ 3559620 w 7135218"/>
              <a:gd name="connsiteY4" fmla="*/ 0 h 2736950"/>
              <a:gd name="connsiteX5" fmla="*/ 4751259 w 7135218"/>
              <a:gd name="connsiteY5" fmla="*/ 698321 h 2736950"/>
              <a:gd name="connsiteX6" fmla="*/ 4742917 w 7135218"/>
              <a:gd name="connsiteY6" fmla="*/ 2052536 h 2736950"/>
              <a:gd name="connsiteX7" fmla="*/ 5954714 w 7135218"/>
              <a:gd name="connsiteY7" fmla="*/ 2736950 h 2736950"/>
              <a:gd name="connsiteX8" fmla="*/ 7135218 w 7135218"/>
              <a:gd name="connsiteY8" fmla="*/ 2056014 h 2736950"/>
              <a:gd name="connsiteX0" fmla="*/ 0 w 7124788"/>
              <a:gd name="connsiteY0" fmla="*/ 2052537 h 2736950"/>
              <a:gd name="connsiteX1" fmla="*/ 1183297 w 7124788"/>
              <a:gd name="connsiteY1" fmla="*/ 1361873 h 2736950"/>
              <a:gd name="connsiteX2" fmla="*/ 2372162 w 7124788"/>
              <a:gd name="connsiteY2" fmla="*/ 2043495 h 2736950"/>
              <a:gd name="connsiteX3" fmla="*/ 2371460 w 7124788"/>
              <a:gd name="connsiteY3" fmla="*/ 697619 h 2736950"/>
              <a:gd name="connsiteX4" fmla="*/ 3559620 w 7124788"/>
              <a:gd name="connsiteY4" fmla="*/ 0 h 2736950"/>
              <a:gd name="connsiteX5" fmla="*/ 4751259 w 7124788"/>
              <a:gd name="connsiteY5" fmla="*/ 698321 h 2736950"/>
              <a:gd name="connsiteX6" fmla="*/ 4742917 w 7124788"/>
              <a:gd name="connsiteY6" fmla="*/ 2052536 h 2736950"/>
              <a:gd name="connsiteX7" fmla="*/ 5954714 w 7124788"/>
              <a:gd name="connsiteY7" fmla="*/ 2736950 h 2736950"/>
              <a:gd name="connsiteX8" fmla="*/ 7124788 w 7124788"/>
              <a:gd name="connsiteY8" fmla="*/ 2045583 h 2736950"/>
              <a:gd name="connsiteX0" fmla="*/ 0 w 7135218"/>
              <a:gd name="connsiteY0" fmla="*/ 2052537 h 2736950"/>
              <a:gd name="connsiteX1" fmla="*/ 1183297 w 7135218"/>
              <a:gd name="connsiteY1" fmla="*/ 1361873 h 2736950"/>
              <a:gd name="connsiteX2" fmla="*/ 2372162 w 7135218"/>
              <a:gd name="connsiteY2" fmla="*/ 2043495 h 2736950"/>
              <a:gd name="connsiteX3" fmla="*/ 2371460 w 7135218"/>
              <a:gd name="connsiteY3" fmla="*/ 697619 h 2736950"/>
              <a:gd name="connsiteX4" fmla="*/ 3559620 w 7135218"/>
              <a:gd name="connsiteY4" fmla="*/ 0 h 2736950"/>
              <a:gd name="connsiteX5" fmla="*/ 4751259 w 7135218"/>
              <a:gd name="connsiteY5" fmla="*/ 698321 h 2736950"/>
              <a:gd name="connsiteX6" fmla="*/ 4742917 w 7135218"/>
              <a:gd name="connsiteY6" fmla="*/ 2052536 h 2736950"/>
              <a:gd name="connsiteX7" fmla="*/ 5954714 w 7135218"/>
              <a:gd name="connsiteY7" fmla="*/ 2736950 h 2736950"/>
              <a:gd name="connsiteX8" fmla="*/ 7135218 w 7135218"/>
              <a:gd name="connsiteY8" fmla="*/ 2052536 h 2736950"/>
              <a:gd name="connsiteX0" fmla="*/ 0 w 7135218"/>
              <a:gd name="connsiteY0" fmla="*/ 2052537 h 2736950"/>
              <a:gd name="connsiteX1" fmla="*/ 1183297 w 7135218"/>
              <a:gd name="connsiteY1" fmla="*/ 1361873 h 2736950"/>
              <a:gd name="connsiteX2" fmla="*/ 2376070 w 7135218"/>
              <a:gd name="connsiteY2" fmla="*/ 2055218 h 2736950"/>
              <a:gd name="connsiteX3" fmla="*/ 2371460 w 7135218"/>
              <a:gd name="connsiteY3" fmla="*/ 697619 h 2736950"/>
              <a:gd name="connsiteX4" fmla="*/ 3559620 w 7135218"/>
              <a:gd name="connsiteY4" fmla="*/ 0 h 2736950"/>
              <a:gd name="connsiteX5" fmla="*/ 4751259 w 7135218"/>
              <a:gd name="connsiteY5" fmla="*/ 698321 h 2736950"/>
              <a:gd name="connsiteX6" fmla="*/ 4742917 w 7135218"/>
              <a:gd name="connsiteY6" fmla="*/ 2052536 h 2736950"/>
              <a:gd name="connsiteX7" fmla="*/ 5954714 w 7135218"/>
              <a:gd name="connsiteY7" fmla="*/ 2736950 h 2736950"/>
              <a:gd name="connsiteX8" fmla="*/ 7135218 w 7135218"/>
              <a:gd name="connsiteY8" fmla="*/ 2052536 h 2736950"/>
              <a:gd name="connsiteX0" fmla="*/ 0 w 7135218"/>
              <a:gd name="connsiteY0" fmla="*/ 2067128 h 2736950"/>
              <a:gd name="connsiteX1" fmla="*/ 1183297 w 7135218"/>
              <a:gd name="connsiteY1" fmla="*/ 1361873 h 2736950"/>
              <a:gd name="connsiteX2" fmla="*/ 2376070 w 7135218"/>
              <a:gd name="connsiteY2" fmla="*/ 2055218 h 2736950"/>
              <a:gd name="connsiteX3" fmla="*/ 2371460 w 7135218"/>
              <a:gd name="connsiteY3" fmla="*/ 697619 h 2736950"/>
              <a:gd name="connsiteX4" fmla="*/ 3559620 w 7135218"/>
              <a:gd name="connsiteY4" fmla="*/ 0 h 2736950"/>
              <a:gd name="connsiteX5" fmla="*/ 4751259 w 7135218"/>
              <a:gd name="connsiteY5" fmla="*/ 698321 h 2736950"/>
              <a:gd name="connsiteX6" fmla="*/ 4742917 w 7135218"/>
              <a:gd name="connsiteY6" fmla="*/ 2052536 h 2736950"/>
              <a:gd name="connsiteX7" fmla="*/ 5954714 w 7135218"/>
              <a:gd name="connsiteY7" fmla="*/ 2736950 h 2736950"/>
              <a:gd name="connsiteX8" fmla="*/ 7135218 w 7135218"/>
              <a:gd name="connsiteY8" fmla="*/ 2052536 h 2736950"/>
              <a:gd name="connsiteX0" fmla="*/ 0 w 7159537"/>
              <a:gd name="connsiteY0" fmla="*/ 2062264 h 2736950"/>
              <a:gd name="connsiteX1" fmla="*/ 1207616 w 7159537"/>
              <a:gd name="connsiteY1" fmla="*/ 1361873 h 2736950"/>
              <a:gd name="connsiteX2" fmla="*/ 2400389 w 7159537"/>
              <a:gd name="connsiteY2" fmla="*/ 2055218 h 2736950"/>
              <a:gd name="connsiteX3" fmla="*/ 2395779 w 7159537"/>
              <a:gd name="connsiteY3" fmla="*/ 697619 h 2736950"/>
              <a:gd name="connsiteX4" fmla="*/ 3583939 w 7159537"/>
              <a:gd name="connsiteY4" fmla="*/ 0 h 2736950"/>
              <a:gd name="connsiteX5" fmla="*/ 4775578 w 7159537"/>
              <a:gd name="connsiteY5" fmla="*/ 698321 h 2736950"/>
              <a:gd name="connsiteX6" fmla="*/ 4767236 w 7159537"/>
              <a:gd name="connsiteY6" fmla="*/ 2052536 h 2736950"/>
              <a:gd name="connsiteX7" fmla="*/ 5979033 w 7159537"/>
              <a:gd name="connsiteY7" fmla="*/ 2736950 h 2736950"/>
              <a:gd name="connsiteX8" fmla="*/ 7159537 w 7159537"/>
              <a:gd name="connsiteY8" fmla="*/ 2052536 h 2736950"/>
              <a:gd name="connsiteX0" fmla="*/ 0 w 7149809"/>
              <a:gd name="connsiteY0" fmla="*/ 2071991 h 2736950"/>
              <a:gd name="connsiteX1" fmla="*/ 1197888 w 7149809"/>
              <a:gd name="connsiteY1" fmla="*/ 1361873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222208 w 7149809"/>
              <a:gd name="connsiteY1" fmla="*/ 1357009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217344 w 7149809"/>
              <a:gd name="connsiteY1" fmla="*/ 137646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217344 w 7149809"/>
              <a:gd name="connsiteY1" fmla="*/ 137646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212480 w 7149809"/>
              <a:gd name="connsiteY1" fmla="*/ 137646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212480 w 7149809"/>
              <a:gd name="connsiteY1" fmla="*/ 137646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5823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7093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70930 w 7149809"/>
              <a:gd name="connsiteY5" fmla="*/ 698321 h 2736950"/>
              <a:gd name="connsiteX6" fmla="*/ 4757508 w 7149809"/>
              <a:gd name="connsiteY6" fmla="*/ 2047456 h 2736950"/>
              <a:gd name="connsiteX7" fmla="*/ 5969305 w 7149809"/>
              <a:gd name="connsiteY7" fmla="*/ 2736950 h 2736950"/>
              <a:gd name="connsiteX8" fmla="*/ 7149809 w 7149809"/>
              <a:gd name="connsiteY8" fmla="*/ 2052536 h 2736950"/>
              <a:gd name="connsiteX0" fmla="*/ 0 w 7152768"/>
              <a:gd name="connsiteY0" fmla="*/ 2063113 h 2736950"/>
              <a:gd name="connsiteX1" fmla="*/ 1197659 w 7152768"/>
              <a:gd name="connsiteY1" fmla="*/ 1371385 h 2736950"/>
              <a:gd name="connsiteX2" fmla="*/ 2393620 w 7152768"/>
              <a:gd name="connsiteY2" fmla="*/ 2055218 h 2736950"/>
              <a:gd name="connsiteX3" fmla="*/ 2389010 w 7152768"/>
              <a:gd name="connsiteY3" fmla="*/ 697619 h 2736950"/>
              <a:gd name="connsiteX4" fmla="*/ 3577170 w 7152768"/>
              <a:gd name="connsiteY4" fmla="*/ 0 h 2736950"/>
              <a:gd name="connsiteX5" fmla="*/ 4773889 w 7152768"/>
              <a:gd name="connsiteY5" fmla="*/ 698321 h 2736950"/>
              <a:gd name="connsiteX6" fmla="*/ 4760467 w 7152768"/>
              <a:gd name="connsiteY6" fmla="*/ 2047456 h 2736950"/>
              <a:gd name="connsiteX7" fmla="*/ 5972264 w 7152768"/>
              <a:gd name="connsiteY7" fmla="*/ 2736950 h 2736950"/>
              <a:gd name="connsiteX8" fmla="*/ 7152768 w 7152768"/>
              <a:gd name="connsiteY8" fmla="*/ 2052536 h 2736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152768" h="2736950">
                <a:moveTo>
                  <a:pt x="0" y="2063113"/>
                </a:moveTo>
                <a:cubicBezTo>
                  <a:pt x="405781" y="1831271"/>
                  <a:pt x="752967" y="1616359"/>
                  <a:pt x="1197659" y="1371385"/>
                </a:cubicBezTo>
                <a:lnTo>
                  <a:pt x="2393620" y="2055218"/>
                </a:lnTo>
                <a:cubicBezTo>
                  <a:pt x="2396863" y="1599639"/>
                  <a:pt x="2385767" y="1153198"/>
                  <a:pt x="2389010" y="697619"/>
                </a:cubicBezTo>
                <a:lnTo>
                  <a:pt x="3577170" y="0"/>
                </a:lnTo>
                <a:lnTo>
                  <a:pt x="4773889" y="698321"/>
                </a:lnTo>
                <a:cubicBezTo>
                  <a:pt x="4772268" y="1155521"/>
                  <a:pt x="4762088" y="1590256"/>
                  <a:pt x="4760467" y="2047456"/>
                </a:cubicBezTo>
                <a:lnTo>
                  <a:pt x="5972264" y="2736950"/>
                </a:lnTo>
                <a:lnTo>
                  <a:pt x="7152768" y="2052536"/>
                </a:lnTo>
              </a:path>
            </a:pathLst>
          </a:custGeom>
          <a:noFill/>
          <a:ln w="38100" cap="flat" cmpd="sng" algn="ctr">
            <a:solidFill>
              <a:schemeClr val="accent1">
                <a:lumMod val="75000"/>
              </a:schemeClr>
            </a:solidFill>
            <a:prstDash val="solid"/>
            <a:miter lim="800000"/>
          </a:ln>
          <a:effectLst/>
        </p:spPr>
        <p:txBody>
          <a:bodyPr rtlCol="0" anchor="ctr">
            <a:noAutofit/>
          </a:bodyPr>
          <a:lstStyle>
            <a:defPPr>
              <a:defRPr lang="de-DE"/>
            </a:defPPr>
          </a:lstStyle>
          <a:p>
            <a:pPr marL="0" marR="0" lvl="0" indent="0" algn="ctr" defTabSz="914400" rtl="0" eaLnBrk="1" fontAlgn="auto" latinLnBrk="0" hangingPunct="1">
              <a:lnSpc>
                <a:spcPct val="100000"/>
              </a:lnSpc>
              <a:spcBef>
                <a:spcPts val="0"/>
              </a:spcBef>
              <a:spcAft>
                <a:spcPts val="0"/>
              </a:spcAft>
              <a:buClrTx/>
              <a:buSzTx/>
              <a:buFontTx/>
              <a:buNone/>
              <a:tabLst/>
              <a:defRPr lang="de-DE"/>
            </a:pPr>
            <a:endParaRPr kumimoji="0" lang="de-DE" sz="1800" b="0" i="0" u="none" strike="noStrike" kern="0" cap="none" spc="0" normalizeH="0" baseline="0" noProof="0">
              <a:ln>
                <a:noFill/>
              </a:ln>
              <a:solidFill>
                <a:prstClr val="white"/>
              </a:solidFill>
              <a:effectLst/>
              <a:uLnTx/>
              <a:uFillTx/>
              <a:latin typeface="Posterama Text SemiBold"/>
              <a:ea typeface="+mn-ea"/>
              <a:cs typeface="+mn-cs"/>
            </a:endParaRPr>
          </a:p>
        </p:txBody>
      </p:sp>
      <p:sp>
        <p:nvSpPr>
          <p:cNvPr id="72" name="Freihandform: Form 31">
            <a:extLst>
              <a:ext uri="{FF2B5EF4-FFF2-40B4-BE49-F238E27FC236}">
                <a16:creationId xmlns:a16="http://schemas.microsoft.com/office/drawing/2014/main" id="{274DD645-8640-45D5-9B60-F31EC01D3CC0}"/>
              </a:ext>
            </a:extLst>
          </p:cNvPr>
          <p:cNvSpPr/>
          <p:nvPr userDrawn="1"/>
        </p:nvSpPr>
        <p:spPr>
          <a:xfrm>
            <a:off x="8440979" y="1677475"/>
            <a:ext cx="2373549" cy="2062264"/>
          </a:xfrm>
          <a:custGeom>
            <a:avLst/>
            <a:gdLst>
              <a:gd name="connsiteX0" fmla="*/ 2373549 w 2373549"/>
              <a:gd name="connsiteY0" fmla="*/ 680936 h 2062264"/>
              <a:gd name="connsiteX1" fmla="*/ 1186774 w 2373549"/>
              <a:gd name="connsiteY1" fmla="*/ 0 h 2062264"/>
              <a:gd name="connsiteX2" fmla="*/ 0 w 2373549"/>
              <a:gd name="connsiteY2" fmla="*/ 690664 h 2062264"/>
              <a:gd name="connsiteX3" fmla="*/ 0 w 2373549"/>
              <a:gd name="connsiteY3" fmla="*/ 2062264 h 2062264"/>
            </a:gdLst>
            <a:ahLst/>
            <a:cxnLst>
              <a:cxn ang="0">
                <a:pos x="connsiteX0" y="connsiteY0"/>
              </a:cxn>
              <a:cxn ang="0">
                <a:pos x="connsiteX1" y="connsiteY1"/>
              </a:cxn>
              <a:cxn ang="0">
                <a:pos x="connsiteX2" y="connsiteY2"/>
              </a:cxn>
              <a:cxn ang="0">
                <a:pos x="connsiteX3" y="connsiteY3"/>
              </a:cxn>
            </a:cxnLst>
            <a:rect l="l" t="t" r="r" b="b"/>
            <a:pathLst>
              <a:path w="2373549" h="2062264">
                <a:moveTo>
                  <a:pt x="2373549" y="680936"/>
                </a:moveTo>
                <a:lnTo>
                  <a:pt x="1186774" y="0"/>
                </a:lnTo>
                <a:lnTo>
                  <a:pt x="0" y="690664"/>
                </a:lnTo>
                <a:lnTo>
                  <a:pt x="0" y="2062264"/>
                </a:lnTo>
              </a:path>
            </a:pathLst>
          </a:custGeom>
          <a:noFill/>
          <a:ln w="38100" cap="flat" cmpd="sng" algn="ctr">
            <a:solidFill>
              <a:srgbClr val="44678D"/>
            </a:solidFill>
            <a:prstDash val="solid"/>
            <a:miter lim="800000"/>
          </a:ln>
          <a:effectLst/>
        </p:spPr>
        <p:txBody>
          <a:bodyPr rtlCol="0" anchor="ctr">
            <a:noAutofit/>
          </a:bodyPr>
          <a:lstStyle>
            <a:defPPr>
              <a:defRPr lang="de-DE"/>
            </a:defPPr>
          </a:lstStyle>
          <a:p>
            <a:pPr marL="0" marR="0" lvl="0" indent="0" algn="ctr" defTabSz="914400" rtl="0" eaLnBrk="1" fontAlgn="auto" latinLnBrk="0" hangingPunct="1">
              <a:lnSpc>
                <a:spcPct val="100000"/>
              </a:lnSpc>
              <a:spcBef>
                <a:spcPts val="0"/>
              </a:spcBef>
              <a:spcAft>
                <a:spcPts val="0"/>
              </a:spcAft>
              <a:buClrTx/>
              <a:buSzTx/>
              <a:buFontTx/>
              <a:buNone/>
              <a:tabLst/>
              <a:defRPr lang="de-DE"/>
            </a:pPr>
            <a:endParaRPr kumimoji="0" lang="de-DE" sz="1800" b="0" i="0" u="none" strike="noStrike" kern="0" cap="none" spc="0" normalizeH="0" baseline="0" noProof="0">
              <a:ln>
                <a:noFill/>
              </a:ln>
              <a:solidFill>
                <a:prstClr val="white"/>
              </a:solidFill>
              <a:effectLst/>
              <a:uLnTx/>
              <a:uFillTx/>
              <a:latin typeface="Posterama Text SemiBold"/>
              <a:ea typeface="+mn-ea"/>
              <a:cs typeface="+mn-cs"/>
            </a:endParaRPr>
          </a:p>
        </p:txBody>
      </p:sp>
      <p:sp>
        <p:nvSpPr>
          <p:cNvPr id="73" name="Freihandform: Form 34">
            <a:extLst>
              <a:ext uri="{FF2B5EF4-FFF2-40B4-BE49-F238E27FC236}">
                <a16:creationId xmlns:a16="http://schemas.microsoft.com/office/drawing/2014/main" id="{71C09F09-7119-47FD-8E60-E4A92C9A3119}"/>
              </a:ext>
            </a:extLst>
          </p:cNvPr>
          <p:cNvSpPr/>
          <p:nvPr userDrawn="1"/>
        </p:nvSpPr>
        <p:spPr>
          <a:xfrm flipH="1">
            <a:off x="10715501" y="2243467"/>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75000"/>
            </a:schemeClr>
          </a:solidFill>
          <a:ln w="12700" cap="flat" cmpd="sng" algn="ctr">
            <a:noFill/>
            <a:prstDash val="solid"/>
            <a:miter lim="800000"/>
          </a:ln>
          <a:effectLst/>
        </p:spPr>
        <p:txBody>
          <a:bodyPr rtlCol="0" anchor="ctr">
            <a:noAutofit/>
          </a:bodyPr>
          <a:lstStyle>
            <a:defPPr>
              <a:defRPr lang="de-DE"/>
            </a:defPPr>
          </a:lstStyle>
          <a:p>
            <a:pPr marL="0" marR="0" lvl="0" indent="0" algn="ctr" defTabSz="914400" rtl="0" eaLnBrk="1" fontAlgn="auto" latinLnBrk="0" hangingPunct="1">
              <a:lnSpc>
                <a:spcPct val="100000"/>
              </a:lnSpc>
              <a:spcBef>
                <a:spcPts val="0"/>
              </a:spcBef>
              <a:spcAft>
                <a:spcPts val="0"/>
              </a:spcAft>
              <a:buClrTx/>
              <a:buSzTx/>
              <a:buFontTx/>
              <a:buNone/>
              <a:tabLst/>
              <a:defRPr lang="de-DE"/>
            </a:pPr>
            <a:endParaRPr kumimoji="0" lang="de-DE" sz="1800" b="0" i="0" u="none" strike="noStrike" kern="0" cap="none" spc="0" normalizeH="0" baseline="0" noProof="0">
              <a:ln>
                <a:noFill/>
              </a:ln>
              <a:solidFill>
                <a:prstClr val="white"/>
              </a:solidFill>
              <a:effectLst/>
              <a:uLnTx/>
              <a:uFillTx/>
              <a:latin typeface="Posterama Text SemiBold"/>
              <a:ea typeface="+mn-ea"/>
              <a:cs typeface="+mn-cs"/>
            </a:endParaRPr>
          </a:p>
        </p:txBody>
      </p:sp>
      <p:sp>
        <p:nvSpPr>
          <p:cNvPr id="74" name="Freihandform: Form 45">
            <a:extLst>
              <a:ext uri="{FF2B5EF4-FFF2-40B4-BE49-F238E27FC236}">
                <a16:creationId xmlns:a16="http://schemas.microsoft.com/office/drawing/2014/main" id="{E99BCE04-19B9-4541-925F-AC59CF760E7F}"/>
              </a:ext>
            </a:extLst>
          </p:cNvPr>
          <p:cNvSpPr/>
          <p:nvPr userDrawn="1"/>
        </p:nvSpPr>
        <p:spPr>
          <a:xfrm flipH="1">
            <a:off x="9534557" y="1571099"/>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75000"/>
            </a:schemeClr>
          </a:solidFill>
          <a:ln w="12700" cap="flat" cmpd="sng" algn="ctr">
            <a:noFill/>
            <a:prstDash val="solid"/>
            <a:miter lim="800000"/>
          </a:ln>
          <a:effectLst/>
        </p:spPr>
        <p:txBody>
          <a:bodyPr rtlCol="0" anchor="ctr">
            <a:noAutofit/>
          </a:bodyPr>
          <a:lstStyle>
            <a:defPPr>
              <a:defRPr lang="de-DE"/>
            </a:defPPr>
          </a:lstStyle>
          <a:p>
            <a:pPr marL="0" marR="0" lvl="0" indent="0" algn="ctr" defTabSz="914400" rtl="0" eaLnBrk="1" fontAlgn="auto" latinLnBrk="0" hangingPunct="1">
              <a:lnSpc>
                <a:spcPct val="100000"/>
              </a:lnSpc>
              <a:spcBef>
                <a:spcPts val="0"/>
              </a:spcBef>
              <a:spcAft>
                <a:spcPts val="0"/>
              </a:spcAft>
              <a:buClrTx/>
              <a:buSzTx/>
              <a:buFontTx/>
              <a:buNone/>
              <a:tabLst/>
              <a:defRPr lang="de-DE"/>
            </a:pPr>
            <a:endParaRPr kumimoji="0" lang="de-DE" sz="1800" b="0" i="0" u="none" strike="noStrike" kern="0" cap="none" spc="0" normalizeH="0" baseline="0" noProof="0">
              <a:ln>
                <a:noFill/>
              </a:ln>
              <a:solidFill>
                <a:prstClr val="white"/>
              </a:solidFill>
              <a:effectLst/>
              <a:uLnTx/>
              <a:uFillTx/>
              <a:latin typeface="Posterama Text SemiBold"/>
              <a:ea typeface="+mn-ea"/>
              <a:cs typeface="+mn-cs"/>
            </a:endParaRPr>
          </a:p>
        </p:txBody>
      </p:sp>
      <p:sp>
        <p:nvSpPr>
          <p:cNvPr id="75" name="Freihandform: Form 46">
            <a:extLst>
              <a:ext uri="{FF2B5EF4-FFF2-40B4-BE49-F238E27FC236}">
                <a16:creationId xmlns:a16="http://schemas.microsoft.com/office/drawing/2014/main" id="{F2B610BB-26F6-44A5-B7DB-CEEDCAE916ED}"/>
              </a:ext>
            </a:extLst>
          </p:cNvPr>
          <p:cNvSpPr/>
          <p:nvPr userDrawn="1"/>
        </p:nvSpPr>
        <p:spPr>
          <a:xfrm flipH="1">
            <a:off x="8328171" y="2258376"/>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75000"/>
            </a:schemeClr>
          </a:solidFill>
          <a:ln w="12700" cap="flat" cmpd="sng" algn="ctr">
            <a:noFill/>
            <a:prstDash val="solid"/>
            <a:miter lim="800000"/>
          </a:ln>
          <a:effectLst/>
        </p:spPr>
        <p:txBody>
          <a:bodyPr rtlCol="0" anchor="ctr">
            <a:noAutofit/>
          </a:bodyPr>
          <a:lstStyle>
            <a:defPPr>
              <a:defRPr lang="de-DE"/>
            </a:defPPr>
          </a:lstStyle>
          <a:p>
            <a:pPr marL="0" marR="0" lvl="0" indent="0" algn="ctr" defTabSz="914400" rtl="0" eaLnBrk="1" fontAlgn="auto" latinLnBrk="0" hangingPunct="1">
              <a:lnSpc>
                <a:spcPct val="100000"/>
              </a:lnSpc>
              <a:spcBef>
                <a:spcPts val="0"/>
              </a:spcBef>
              <a:spcAft>
                <a:spcPts val="0"/>
              </a:spcAft>
              <a:buClrTx/>
              <a:buSzTx/>
              <a:buFontTx/>
              <a:buNone/>
              <a:tabLst/>
              <a:defRPr lang="de-DE"/>
            </a:pPr>
            <a:endParaRPr kumimoji="0" lang="de-DE" sz="1800" b="0" i="0" u="none" strike="noStrike" kern="0" cap="none" spc="0" normalizeH="0" baseline="0" noProof="0">
              <a:ln>
                <a:noFill/>
              </a:ln>
              <a:solidFill>
                <a:prstClr val="white"/>
              </a:solidFill>
              <a:effectLst/>
              <a:uLnTx/>
              <a:uFillTx/>
              <a:latin typeface="Posterama Text SemiBold"/>
              <a:ea typeface="+mn-ea"/>
              <a:cs typeface="+mn-cs"/>
            </a:endParaRPr>
          </a:p>
        </p:txBody>
      </p:sp>
      <p:sp>
        <p:nvSpPr>
          <p:cNvPr id="76" name="Freihandform: Form 47">
            <a:extLst>
              <a:ext uri="{FF2B5EF4-FFF2-40B4-BE49-F238E27FC236}">
                <a16:creationId xmlns:a16="http://schemas.microsoft.com/office/drawing/2014/main" id="{C979636C-DE09-47B7-8972-BAE28DFA91DF}"/>
              </a:ext>
            </a:extLst>
          </p:cNvPr>
          <p:cNvSpPr/>
          <p:nvPr userDrawn="1"/>
        </p:nvSpPr>
        <p:spPr>
          <a:xfrm flipH="1">
            <a:off x="8333460" y="3610854"/>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75000"/>
            </a:schemeClr>
          </a:solidFill>
          <a:ln w="12700" cap="flat" cmpd="sng" algn="ctr">
            <a:noFill/>
            <a:prstDash val="solid"/>
            <a:miter lim="800000"/>
          </a:ln>
          <a:effectLst/>
        </p:spPr>
        <p:txBody>
          <a:bodyPr rtlCol="0" anchor="ctr">
            <a:noAutofit/>
          </a:bodyPr>
          <a:lstStyle>
            <a:defPPr>
              <a:defRPr lang="de-DE"/>
            </a:defPPr>
          </a:lstStyle>
          <a:p>
            <a:pPr marL="0" marR="0" lvl="0" indent="0" algn="ctr" defTabSz="914400" rtl="0" eaLnBrk="1" fontAlgn="auto" latinLnBrk="0" hangingPunct="1">
              <a:lnSpc>
                <a:spcPct val="100000"/>
              </a:lnSpc>
              <a:spcBef>
                <a:spcPts val="0"/>
              </a:spcBef>
              <a:spcAft>
                <a:spcPts val="0"/>
              </a:spcAft>
              <a:buClrTx/>
              <a:buSzTx/>
              <a:buFontTx/>
              <a:buNone/>
              <a:tabLst/>
              <a:defRPr lang="de-DE"/>
            </a:pPr>
            <a:endParaRPr kumimoji="0" lang="de-DE" sz="1800" b="0" i="0" u="none" strike="noStrike" kern="0" cap="none" spc="0" normalizeH="0" baseline="0" noProof="0">
              <a:ln>
                <a:noFill/>
              </a:ln>
              <a:solidFill>
                <a:schemeClr val="bg1"/>
              </a:solidFill>
              <a:effectLst/>
              <a:uLnTx/>
              <a:uFillTx/>
              <a:latin typeface="Posterama Text SemiBold"/>
              <a:ea typeface="+mn-ea"/>
              <a:cs typeface="+mn-cs"/>
            </a:endParaRPr>
          </a:p>
        </p:txBody>
      </p:sp>
      <p:sp>
        <p:nvSpPr>
          <p:cNvPr id="77" name="Freihandform: Form 48">
            <a:extLst>
              <a:ext uri="{FF2B5EF4-FFF2-40B4-BE49-F238E27FC236}">
                <a16:creationId xmlns:a16="http://schemas.microsoft.com/office/drawing/2014/main" id="{01B12467-C508-4D89-94B3-6D23C6199703}"/>
              </a:ext>
            </a:extLst>
          </p:cNvPr>
          <p:cNvSpPr/>
          <p:nvPr userDrawn="1"/>
        </p:nvSpPr>
        <p:spPr>
          <a:xfrm flipH="1">
            <a:off x="7146016" y="4290860"/>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75000"/>
            </a:schemeClr>
          </a:solidFill>
          <a:ln w="12700" cap="flat" cmpd="sng" algn="ctr">
            <a:noFill/>
            <a:prstDash val="solid"/>
            <a:miter lim="800000"/>
          </a:ln>
          <a:effectLst/>
        </p:spPr>
        <p:txBody>
          <a:bodyPr rtlCol="0" anchor="ctr">
            <a:noAutofit/>
          </a:bodyPr>
          <a:lstStyle>
            <a:defPPr>
              <a:defRPr lang="de-DE"/>
            </a:defPPr>
          </a:lstStyle>
          <a:p>
            <a:pPr marL="0" marR="0" lvl="0" indent="0" algn="ctr" defTabSz="914400" rtl="0" eaLnBrk="1" fontAlgn="auto" latinLnBrk="0" hangingPunct="1">
              <a:lnSpc>
                <a:spcPct val="100000"/>
              </a:lnSpc>
              <a:spcBef>
                <a:spcPts val="0"/>
              </a:spcBef>
              <a:spcAft>
                <a:spcPts val="0"/>
              </a:spcAft>
              <a:buClrTx/>
              <a:buSzTx/>
              <a:buFontTx/>
              <a:buNone/>
              <a:tabLst/>
              <a:defRPr lang="de-DE"/>
            </a:pPr>
            <a:endParaRPr kumimoji="0" lang="de-DE" sz="1800" b="0" i="0" u="none" strike="noStrike" kern="0" cap="none" spc="0" normalizeH="0" baseline="0" noProof="0">
              <a:ln>
                <a:noFill/>
              </a:ln>
              <a:solidFill>
                <a:schemeClr val="bg1"/>
              </a:solidFill>
              <a:effectLst/>
              <a:uLnTx/>
              <a:uFillTx/>
              <a:latin typeface="Posterama Text SemiBold"/>
              <a:ea typeface="+mn-ea"/>
              <a:cs typeface="+mn-cs"/>
            </a:endParaRPr>
          </a:p>
        </p:txBody>
      </p:sp>
      <p:sp>
        <p:nvSpPr>
          <p:cNvPr id="78" name="Freihandform: Form49">
            <a:extLst>
              <a:ext uri="{FF2B5EF4-FFF2-40B4-BE49-F238E27FC236}">
                <a16:creationId xmlns:a16="http://schemas.microsoft.com/office/drawing/2014/main" id="{9EA72422-90A8-454F-8133-112CD2B85BEA}"/>
              </a:ext>
            </a:extLst>
          </p:cNvPr>
          <p:cNvSpPr/>
          <p:nvPr userDrawn="1"/>
        </p:nvSpPr>
        <p:spPr>
          <a:xfrm flipH="1">
            <a:off x="5937847" y="3613390"/>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75000"/>
            </a:schemeClr>
          </a:solidFill>
          <a:ln w="12700" cap="flat" cmpd="sng" algn="ctr">
            <a:noFill/>
            <a:prstDash val="solid"/>
            <a:miter lim="800000"/>
          </a:ln>
          <a:effectLst/>
        </p:spPr>
        <p:txBody>
          <a:bodyPr rtlCol="0" anchor="ctr">
            <a:noAutofit/>
          </a:bodyPr>
          <a:lstStyle>
            <a:defPPr>
              <a:defRPr lang="de-DE"/>
            </a:defPPr>
          </a:lstStyle>
          <a:p>
            <a:pPr marL="0" marR="0" lvl="0" indent="0" algn="ctr" defTabSz="914400" rtl="0" eaLnBrk="1" fontAlgn="auto" latinLnBrk="0" hangingPunct="1">
              <a:lnSpc>
                <a:spcPct val="100000"/>
              </a:lnSpc>
              <a:spcBef>
                <a:spcPts val="0"/>
              </a:spcBef>
              <a:spcAft>
                <a:spcPts val="0"/>
              </a:spcAft>
              <a:buClrTx/>
              <a:buSzTx/>
              <a:buFontTx/>
              <a:buNone/>
              <a:tabLst/>
              <a:defRPr lang="de-DE"/>
            </a:pPr>
            <a:endParaRPr kumimoji="0" lang="de-DE" sz="1800" b="0" i="0" u="none" strike="noStrike" kern="0" cap="none" spc="0" normalizeH="0" baseline="0" noProof="0">
              <a:ln>
                <a:noFill/>
              </a:ln>
              <a:solidFill>
                <a:schemeClr val="bg1"/>
              </a:solidFill>
              <a:effectLst/>
              <a:uLnTx/>
              <a:uFillTx/>
              <a:latin typeface="Posterama Text SemiBold"/>
              <a:ea typeface="+mn-ea"/>
              <a:cs typeface="+mn-cs"/>
            </a:endParaRPr>
          </a:p>
        </p:txBody>
      </p:sp>
      <p:sp>
        <p:nvSpPr>
          <p:cNvPr id="79" name="Freihandform: Form 50">
            <a:extLst>
              <a:ext uri="{FF2B5EF4-FFF2-40B4-BE49-F238E27FC236}">
                <a16:creationId xmlns:a16="http://schemas.microsoft.com/office/drawing/2014/main" id="{3C67727D-D0D9-4CA6-99EE-0B89D465A706}"/>
              </a:ext>
            </a:extLst>
          </p:cNvPr>
          <p:cNvSpPr/>
          <p:nvPr userDrawn="1"/>
        </p:nvSpPr>
        <p:spPr>
          <a:xfrm flipH="1">
            <a:off x="5951993" y="2251300"/>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75000"/>
            </a:schemeClr>
          </a:solidFill>
          <a:ln w="12700" cap="flat" cmpd="sng" algn="ctr">
            <a:noFill/>
            <a:prstDash val="solid"/>
            <a:miter lim="800000"/>
          </a:ln>
          <a:effectLst/>
        </p:spPr>
        <p:txBody>
          <a:bodyPr rtlCol="0" anchor="ctr">
            <a:noAutofit/>
          </a:bodyPr>
          <a:lstStyle>
            <a:defPPr>
              <a:defRPr lang="de-DE"/>
            </a:defPPr>
          </a:lstStyle>
          <a:p>
            <a:pPr marL="0" marR="0" lvl="0" indent="0" algn="ctr" defTabSz="914400" rtl="0" eaLnBrk="1" fontAlgn="auto" latinLnBrk="0" hangingPunct="1">
              <a:lnSpc>
                <a:spcPct val="100000"/>
              </a:lnSpc>
              <a:spcBef>
                <a:spcPts val="0"/>
              </a:spcBef>
              <a:spcAft>
                <a:spcPts val="0"/>
              </a:spcAft>
              <a:buClrTx/>
              <a:buSzTx/>
              <a:buFontTx/>
              <a:buNone/>
              <a:tabLst/>
              <a:defRPr lang="de-DE"/>
            </a:pPr>
            <a:endParaRPr kumimoji="0" lang="de-DE" sz="1800" b="0" i="0" u="none" strike="noStrike" kern="0" cap="none" spc="0" normalizeH="0" baseline="0" noProof="0">
              <a:ln>
                <a:noFill/>
              </a:ln>
              <a:solidFill>
                <a:prstClr val="white"/>
              </a:solidFill>
              <a:effectLst/>
              <a:uLnTx/>
              <a:uFillTx/>
              <a:latin typeface="Posterama Text SemiBold"/>
              <a:ea typeface="+mn-ea"/>
              <a:cs typeface="+mn-cs"/>
            </a:endParaRPr>
          </a:p>
        </p:txBody>
      </p:sp>
      <p:sp>
        <p:nvSpPr>
          <p:cNvPr id="80" name="Freihandform: Form 51">
            <a:extLst>
              <a:ext uri="{FF2B5EF4-FFF2-40B4-BE49-F238E27FC236}">
                <a16:creationId xmlns:a16="http://schemas.microsoft.com/office/drawing/2014/main" id="{C88A67D0-B01F-4CC8-B248-2CF85911F456}"/>
              </a:ext>
            </a:extLst>
          </p:cNvPr>
          <p:cNvSpPr/>
          <p:nvPr userDrawn="1"/>
        </p:nvSpPr>
        <p:spPr>
          <a:xfrm flipH="1">
            <a:off x="4778156" y="1565771"/>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75000"/>
            </a:schemeClr>
          </a:solidFill>
          <a:ln w="12700" cap="flat" cmpd="sng" algn="ctr">
            <a:noFill/>
            <a:prstDash val="solid"/>
            <a:miter lim="800000"/>
          </a:ln>
          <a:effectLst/>
        </p:spPr>
        <p:txBody>
          <a:bodyPr rtlCol="0" anchor="ctr">
            <a:noAutofit/>
          </a:bodyPr>
          <a:lstStyle>
            <a:defPPr>
              <a:defRPr lang="de-DE"/>
            </a:defPPr>
          </a:lstStyle>
          <a:p>
            <a:pPr marL="0" marR="0" lvl="0" indent="0" algn="ctr" defTabSz="914400" rtl="0" eaLnBrk="1" fontAlgn="auto" latinLnBrk="0" hangingPunct="1">
              <a:lnSpc>
                <a:spcPct val="100000"/>
              </a:lnSpc>
              <a:spcBef>
                <a:spcPts val="0"/>
              </a:spcBef>
              <a:spcAft>
                <a:spcPts val="0"/>
              </a:spcAft>
              <a:buClrTx/>
              <a:buSzTx/>
              <a:buFontTx/>
              <a:buNone/>
              <a:tabLst/>
              <a:defRPr lang="de-DE"/>
            </a:pPr>
            <a:endParaRPr kumimoji="0" lang="de-DE" sz="1800" b="0" i="0" u="none" strike="noStrike" kern="0" cap="none" spc="0" normalizeH="0" baseline="0" noProof="0">
              <a:ln>
                <a:noFill/>
              </a:ln>
              <a:solidFill>
                <a:prstClr val="white"/>
              </a:solidFill>
              <a:effectLst/>
              <a:uLnTx/>
              <a:uFillTx/>
              <a:latin typeface="Posterama Text SemiBold"/>
              <a:ea typeface="+mn-ea"/>
              <a:cs typeface="+mn-cs"/>
            </a:endParaRPr>
          </a:p>
        </p:txBody>
      </p:sp>
      <p:sp>
        <p:nvSpPr>
          <p:cNvPr id="81" name="Freihandform: Form 52">
            <a:extLst>
              <a:ext uri="{FF2B5EF4-FFF2-40B4-BE49-F238E27FC236}">
                <a16:creationId xmlns:a16="http://schemas.microsoft.com/office/drawing/2014/main" id="{DBF6CA39-E979-4287-833E-20A9B455F7D6}"/>
              </a:ext>
            </a:extLst>
          </p:cNvPr>
          <p:cNvSpPr/>
          <p:nvPr userDrawn="1"/>
        </p:nvSpPr>
        <p:spPr>
          <a:xfrm flipH="1">
            <a:off x="3565843" y="2247823"/>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75000"/>
            </a:schemeClr>
          </a:solidFill>
          <a:ln w="12700" cap="flat" cmpd="sng" algn="ctr">
            <a:noFill/>
            <a:prstDash val="solid"/>
            <a:miter lim="800000"/>
          </a:ln>
          <a:effectLst/>
        </p:spPr>
        <p:txBody>
          <a:bodyPr rtlCol="0" anchor="ctr">
            <a:noAutofit/>
          </a:bodyPr>
          <a:lstStyle>
            <a:defPPr>
              <a:defRPr lang="de-DE"/>
            </a:defPPr>
          </a:lstStyle>
          <a:p>
            <a:pPr marL="0" marR="0" lvl="0" indent="0" algn="ctr" defTabSz="914400" rtl="0" eaLnBrk="1" fontAlgn="auto" latinLnBrk="0" hangingPunct="1">
              <a:lnSpc>
                <a:spcPct val="100000"/>
              </a:lnSpc>
              <a:spcBef>
                <a:spcPts val="0"/>
              </a:spcBef>
              <a:spcAft>
                <a:spcPts val="0"/>
              </a:spcAft>
              <a:buClrTx/>
              <a:buSzTx/>
              <a:buFontTx/>
              <a:buNone/>
              <a:tabLst/>
              <a:defRPr lang="de-DE"/>
            </a:pPr>
            <a:endParaRPr kumimoji="0" lang="de-DE" sz="1800" b="0" i="0" u="none" strike="noStrike" kern="0" cap="none" spc="0" normalizeH="0" baseline="0" noProof="0">
              <a:ln>
                <a:noFill/>
              </a:ln>
              <a:solidFill>
                <a:prstClr val="white"/>
              </a:solidFill>
              <a:effectLst/>
              <a:uLnTx/>
              <a:uFillTx/>
              <a:latin typeface="Posterama Text SemiBold"/>
              <a:ea typeface="+mn-ea"/>
              <a:cs typeface="+mn-cs"/>
            </a:endParaRPr>
          </a:p>
        </p:txBody>
      </p:sp>
      <p:sp>
        <p:nvSpPr>
          <p:cNvPr id="82" name="Freihandform: Form 53">
            <a:extLst>
              <a:ext uri="{FF2B5EF4-FFF2-40B4-BE49-F238E27FC236}">
                <a16:creationId xmlns:a16="http://schemas.microsoft.com/office/drawing/2014/main" id="{9EAA4E60-7510-4920-A426-5630491CFAC2}"/>
              </a:ext>
            </a:extLst>
          </p:cNvPr>
          <p:cNvSpPr/>
          <p:nvPr userDrawn="1"/>
        </p:nvSpPr>
        <p:spPr>
          <a:xfrm flipH="1">
            <a:off x="3565952" y="3613390"/>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75000"/>
            </a:schemeClr>
          </a:solidFill>
          <a:ln w="12700" cap="flat" cmpd="sng" algn="ctr">
            <a:noFill/>
            <a:prstDash val="solid"/>
            <a:miter lim="800000"/>
          </a:ln>
          <a:effectLst/>
        </p:spPr>
        <p:txBody>
          <a:bodyPr rtlCol="0" anchor="ctr">
            <a:noAutofit/>
          </a:bodyPr>
          <a:lstStyle>
            <a:defPPr>
              <a:defRPr lang="de-DE"/>
            </a:defPPr>
          </a:lstStyle>
          <a:p>
            <a:pPr marL="0" marR="0" lvl="0" indent="0" algn="ctr" defTabSz="914400" rtl="0" eaLnBrk="1" fontAlgn="auto" latinLnBrk="0" hangingPunct="1">
              <a:lnSpc>
                <a:spcPct val="100000"/>
              </a:lnSpc>
              <a:spcBef>
                <a:spcPts val="0"/>
              </a:spcBef>
              <a:spcAft>
                <a:spcPts val="0"/>
              </a:spcAft>
              <a:buClrTx/>
              <a:buSzTx/>
              <a:buFontTx/>
              <a:buNone/>
              <a:tabLst/>
              <a:defRPr lang="de-DE"/>
            </a:pPr>
            <a:endParaRPr kumimoji="0" lang="de-DE" sz="1800" b="0" i="0" u="none" strike="noStrike" kern="0" cap="none" spc="0" normalizeH="0" baseline="0" noProof="0">
              <a:ln>
                <a:noFill/>
              </a:ln>
              <a:solidFill>
                <a:schemeClr val="bg1"/>
              </a:solidFill>
              <a:effectLst/>
              <a:uLnTx/>
              <a:uFillTx/>
              <a:latin typeface="Posterama Text SemiBold"/>
              <a:ea typeface="+mn-ea"/>
              <a:cs typeface="+mn-cs"/>
            </a:endParaRPr>
          </a:p>
        </p:txBody>
      </p:sp>
      <p:sp>
        <p:nvSpPr>
          <p:cNvPr id="83" name="Freihandform: Form 54">
            <a:extLst>
              <a:ext uri="{FF2B5EF4-FFF2-40B4-BE49-F238E27FC236}">
                <a16:creationId xmlns:a16="http://schemas.microsoft.com/office/drawing/2014/main" id="{322F7ECD-1942-42EE-B5E0-FC1E0206BFFD}"/>
              </a:ext>
            </a:extLst>
          </p:cNvPr>
          <p:cNvSpPr/>
          <p:nvPr userDrawn="1"/>
        </p:nvSpPr>
        <p:spPr>
          <a:xfrm flipH="1">
            <a:off x="2386318" y="2962784"/>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75000"/>
            </a:schemeClr>
          </a:solidFill>
          <a:ln w="12700" cap="flat" cmpd="sng" algn="ctr">
            <a:noFill/>
            <a:prstDash val="solid"/>
            <a:miter lim="800000"/>
          </a:ln>
          <a:effectLst/>
        </p:spPr>
        <p:txBody>
          <a:bodyPr rtlCol="0" anchor="ctr">
            <a:noAutofit/>
          </a:bodyPr>
          <a:lstStyle>
            <a:defPPr>
              <a:defRPr lang="de-DE"/>
            </a:defPPr>
          </a:lstStyle>
          <a:p>
            <a:pPr marL="0" marR="0" lvl="0" indent="0" algn="ctr" defTabSz="914400" rtl="0" eaLnBrk="1" fontAlgn="auto" latinLnBrk="0" hangingPunct="1">
              <a:lnSpc>
                <a:spcPct val="100000"/>
              </a:lnSpc>
              <a:spcBef>
                <a:spcPts val="0"/>
              </a:spcBef>
              <a:spcAft>
                <a:spcPts val="0"/>
              </a:spcAft>
              <a:buClrTx/>
              <a:buSzTx/>
              <a:buFontTx/>
              <a:buNone/>
              <a:tabLst/>
              <a:defRPr lang="de-DE"/>
            </a:pPr>
            <a:endParaRPr kumimoji="0" lang="de-DE" sz="1800" b="0" i="0" u="none" strike="noStrike" kern="0" cap="none" spc="0" normalizeH="0" baseline="0" noProof="0">
              <a:ln>
                <a:noFill/>
              </a:ln>
              <a:solidFill>
                <a:prstClr val="white"/>
              </a:solidFill>
              <a:effectLst/>
              <a:uLnTx/>
              <a:uFillTx/>
              <a:latin typeface="Posterama Text SemiBold"/>
              <a:ea typeface="+mn-ea"/>
              <a:cs typeface="+mn-cs"/>
            </a:endParaRPr>
          </a:p>
        </p:txBody>
      </p:sp>
      <p:sp>
        <p:nvSpPr>
          <p:cNvPr id="84" name="Freihandform: Form 55">
            <a:extLst>
              <a:ext uri="{FF2B5EF4-FFF2-40B4-BE49-F238E27FC236}">
                <a16:creationId xmlns:a16="http://schemas.microsoft.com/office/drawing/2014/main" id="{2465D6BD-72DA-4C13-97C2-7CF8D7F2F0C4}"/>
              </a:ext>
            </a:extLst>
          </p:cNvPr>
          <p:cNvSpPr/>
          <p:nvPr userDrawn="1"/>
        </p:nvSpPr>
        <p:spPr>
          <a:xfrm flipH="1">
            <a:off x="1190302" y="3612210"/>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75000"/>
            </a:schemeClr>
          </a:solidFill>
          <a:ln w="12700" cap="flat" cmpd="sng" algn="ctr">
            <a:noFill/>
            <a:prstDash val="solid"/>
            <a:miter lim="800000"/>
          </a:ln>
          <a:effectLst/>
        </p:spPr>
        <p:txBody>
          <a:bodyPr rtlCol="0" anchor="ctr">
            <a:noAutofit/>
          </a:bodyPr>
          <a:lstStyle>
            <a:defPPr>
              <a:defRPr lang="de-DE"/>
            </a:defPPr>
          </a:lstStyle>
          <a:p>
            <a:pPr marL="0" marR="0" lvl="0" indent="0" algn="ctr" defTabSz="914400" rtl="0" eaLnBrk="1" fontAlgn="auto" latinLnBrk="0" hangingPunct="1">
              <a:lnSpc>
                <a:spcPct val="100000"/>
              </a:lnSpc>
              <a:spcBef>
                <a:spcPts val="0"/>
              </a:spcBef>
              <a:spcAft>
                <a:spcPts val="0"/>
              </a:spcAft>
              <a:buClrTx/>
              <a:buSzTx/>
              <a:buFontTx/>
              <a:buNone/>
              <a:tabLst/>
              <a:defRPr lang="de-DE"/>
            </a:pPr>
            <a:endParaRPr kumimoji="0" lang="de-DE" sz="1800" b="0" i="0" u="none" strike="noStrike" kern="0" cap="none" spc="0" normalizeH="0" baseline="0" noProof="0">
              <a:ln>
                <a:noFill/>
              </a:ln>
              <a:solidFill>
                <a:prstClr val="white"/>
              </a:solidFill>
              <a:effectLst/>
              <a:uLnTx/>
              <a:uFillTx/>
              <a:latin typeface="Posterama Text SemiBold"/>
              <a:ea typeface="+mn-ea"/>
              <a:cs typeface="+mn-cs"/>
            </a:endParaRPr>
          </a:p>
        </p:txBody>
      </p:sp>
      <p:sp>
        <p:nvSpPr>
          <p:cNvPr id="85" name="Inhaltsplatzhalter 47" descr="Klicken Sie, um ein Bild hinzuzufügen.">
            <a:extLst>
              <a:ext uri="{FF2B5EF4-FFF2-40B4-BE49-F238E27FC236}">
                <a16:creationId xmlns:a16="http://schemas.microsoft.com/office/drawing/2014/main" id="{E7C6BEEA-1766-44A1-A28D-2E817DBF2267}"/>
              </a:ext>
            </a:extLst>
          </p:cNvPr>
          <p:cNvSpPr>
            <a:spLocks noGrp="1"/>
          </p:cNvSpPr>
          <p:nvPr>
            <p:ph type="body" sz="quarter" idx="27" hasCustomPrompt="1"/>
          </p:nvPr>
        </p:nvSpPr>
        <p:spPr>
          <a:xfrm>
            <a:off x="1507136" y="3865003"/>
            <a:ext cx="1877575" cy="506399"/>
          </a:xfrm>
          <a:prstGeom prst="rect">
            <a:avLst/>
          </a:prstGeom>
        </p:spPr>
        <p:txBody>
          <a:bodyPr rtlCol="0" anchor="b">
            <a:noAutofit/>
          </a:bodyPr>
          <a:lstStyle>
            <a:lvl1pPr marL="0" indent="0" algn="ctr">
              <a:lnSpc>
                <a:spcPct val="100000"/>
              </a:lnSpc>
              <a:buNone/>
              <a:defRPr lang="de-DE" sz="1800" b="1">
                <a:solidFill>
                  <a:schemeClr val="bg1"/>
                </a:solidFill>
              </a:defRPr>
            </a:lvl1pPr>
            <a:lvl2pPr>
              <a:defRPr lang="de-DE" sz="1000"/>
            </a:lvl2pPr>
            <a:lvl3pPr>
              <a:defRPr lang="de-DE" sz="900"/>
            </a:lvl3pPr>
            <a:lvl4pPr>
              <a:defRPr lang="de-DE" sz="800"/>
            </a:lvl4pPr>
            <a:lvl5pPr>
              <a:defRPr lang="de-DE" sz="800"/>
            </a:lvl5pPr>
          </a:lstStyle>
          <a:p>
            <a:pPr lvl="0" rtl="0"/>
            <a:r>
              <a:rPr lang="de-DE"/>
              <a:t>Titelmasterformat durch Klicken bearbeiten </a:t>
            </a:r>
          </a:p>
        </p:txBody>
      </p:sp>
      <p:sp>
        <p:nvSpPr>
          <p:cNvPr id="86" name="Inhaltsplatzhalter 47">
            <a:extLst>
              <a:ext uri="{FF2B5EF4-FFF2-40B4-BE49-F238E27FC236}">
                <a16:creationId xmlns:a16="http://schemas.microsoft.com/office/drawing/2014/main" id="{597D4D7A-8D7E-492C-8795-D491CF53B5FA}"/>
              </a:ext>
            </a:extLst>
          </p:cNvPr>
          <p:cNvSpPr>
            <a:spLocks noGrp="1"/>
          </p:cNvSpPr>
          <p:nvPr>
            <p:ph type="body" sz="quarter" idx="28" hasCustomPrompt="1"/>
          </p:nvPr>
        </p:nvSpPr>
        <p:spPr>
          <a:xfrm>
            <a:off x="1507136" y="4447079"/>
            <a:ext cx="1877575" cy="506399"/>
          </a:xfrm>
          <a:prstGeom prst="rect">
            <a:avLst/>
          </a:prstGeom>
        </p:spPr>
        <p:txBody>
          <a:bodyPr rtlCol="0">
            <a:noAutofit/>
          </a:bodyPr>
          <a:lstStyle>
            <a:lvl1pPr marL="0" indent="0" algn="ctr">
              <a:lnSpc>
                <a:spcPct val="90000"/>
              </a:lnSpc>
              <a:spcBef>
                <a:spcPts val="0"/>
              </a:spcBef>
              <a:buNone/>
              <a:defRPr lang="de-DE" altLang="zh-CN" sz="1400" b="0" kern="1200" dirty="0">
                <a:solidFill>
                  <a:schemeClr val="bg1"/>
                </a:solidFill>
                <a:latin typeface="+mn-lt"/>
                <a:ea typeface="+mj-ea"/>
                <a:cs typeface="+mn-cs"/>
              </a:defRPr>
            </a:lvl1pPr>
            <a:lvl2pPr>
              <a:defRPr lang="de-DE" sz="1000"/>
            </a:lvl2pPr>
            <a:lvl3pPr>
              <a:defRPr lang="de-DE" sz="900"/>
            </a:lvl3pPr>
            <a:lvl4pPr>
              <a:defRPr lang="de-DE" sz="800"/>
            </a:lvl4pPr>
            <a:lvl5pPr>
              <a:defRPr lang="de-DE" sz="800"/>
            </a:lvl5pPr>
          </a:lstStyle>
          <a:p>
            <a:pPr marL="0" lvl="0" indent="0" algn="ctr" defTabSz="914400" rtl="0" eaLnBrk="1" latinLnBrk="0" hangingPunct="1">
              <a:lnSpc>
                <a:spcPct val="100000"/>
              </a:lnSpc>
              <a:spcBef>
                <a:spcPts val="1000"/>
              </a:spcBef>
              <a:buFont typeface="Arial" panose="020B0604020202020204" pitchFamily="34" charset="0"/>
              <a:buNone/>
            </a:pPr>
            <a:r>
              <a:rPr lang="de-DE"/>
              <a:t>Textmasterformat durch Klicken bearbeiten </a:t>
            </a:r>
          </a:p>
        </p:txBody>
      </p:sp>
      <p:sp>
        <p:nvSpPr>
          <p:cNvPr id="87" name="Inhaltsplatzhalter 47" descr="Klicken Sie, um ein Bild hinzuzufügen.">
            <a:extLst>
              <a:ext uri="{FF2B5EF4-FFF2-40B4-BE49-F238E27FC236}">
                <a16:creationId xmlns:a16="http://schemas.microsoft.com/office/drawing/2014/main" id="{A7396594-2DE7-4DB9-B6B4-92F63F06EFCF}"/>
              </a:ext>
            </a:extLst>
          </p:cNvPr>
          <p:cNvSpPr>
            <a:spLocks noGrp="1"/>
          </p:cNvSpPr>
          <p:nvPr>
            <p:ph type="body" sz="quarter" idx="38" hasCustomPrompt="1"/>
          </p:nvPr>
        </p:nvSpPr>
        <p:spPr>
          <a:xfrm>
            <a:off x="3889942" y="2355643"/>
            <a:ext cx="1877575" cy="506399"/>
          </a:xfrm>
          <a:prstGeom prst="rect">
            <a:avLst/>
          </a:prstGeom>
        </p:spPr>
        <p:txBody>
          <a:bodyPr rtlCol="0" anchor="b">
            <a:noAutofit/>
          </a:bodyPr>
          <a:lstStyle>
            <a:lvl1pPr marL="0" indent="0" algn="ctr">
              <a:lnSpc>
                <a:spcPct val="100000"/>
              </a:lnSpc>
              <a:buNone/>
              <a:defRPr lang="de-DE" sz="1800" b="1">
                <a:solidFill>
                  <a:schemeClr val="bg1"/>
                </a:solidFill>
              </a:defRPr>
            </a:lvl1pPr>
            <a:lvl2pPr>
              <a:defRPr lang="de-DE" sz="1000"/>
            </a:lvl2pPr>
            <a:lvl3pPr>
              <a:defRPr lang="de-DE" sz="900"/>
            </a:lvl3pPr>
            <a:lvl4pPr>
              <a:defRPr lang="de-DE" sz="800"/>
            </a:lvl4pPr>
            <a:lvl5pPr>
              <a:defRPr lang="de-DE" sz="800"/>
            </a:lvl5pPr>
          </a:lstStyle>
          <a:p>
            <a:pPr lvl="0" rtl="0"/>
            <a:r>
              <a:rPr lang="de-DE"/>
              <a:t>Titelmasterformat durch Klicken bearbeiten </a:t>
            </a:r>
          </a:p>
        </p:txBody>
      </p:sp>
      <p:sp>
        <p:nvSpPr>
          <p:cNvPr id="88" name="Inhaltsplatzhalter 47">
            <a:extLst>
              <a:ext uri="{FF2B5EF4-FFF2-40B4-BE49-F238E27FC236}">
                <a16:creationId xmlns:a16="http://schemas.microsoft.com/office/drawing/2014/main" id="{CC680CF7-ED60-4FFF-B04E-B24ECDDD3512}"/>
              </a:ext>
            </a:extLst>
          </p:cNvPr>
          <p:cNvSpPr>
            <a:spLocks noGrp="1"/>
          </p:cNvSpPr>
          <p:nvPr>
            <p:ph type="body" sz="quarter" idx="39" hasCustomPrompt="1"/>
          </p:nvPr>
        </p:nvSpPr>
        <p:spPr>
          <a:xfrm>
            <a:off x="3889942" y="2937719"/>
            <a:ext cx="1877575" cy="506399"/>
          </a:xfrm>
          <a:prstGeom prst="rect">
            <a:avLst/>
          </a:prstGeom>
        </p:spPr>
        <p:txBody>
          <a:bodyPr rtlCol="0">
            <a:noAutofit/>
          </a:bodyPr>
          <a:lstStyle>
            <a:lvl1pPr marL="0" indent="0" algn="ctr">
              <a:lnSpc>
                <a:spcPct val="90000"/>
              </a:lnSpc>
              <a:buNone/>
              <a:defRPr lang="de-DE" altLang="zh-CN" sz="1400" b="0" kern="1200" dirty="0">
                <a:solidFill>
                  <a:schemeClr val="bg1"/>
                </a:solidFill>
                <a:latin typeface="+mn-lt"/>
                <a:ea typeface="+mj-ea"/>
                <a:cs typeface="+mn-cs"/>
              </a:defRPr>
            </a:lvl1pPr>
            <a:lvl2pPr>
              <a:defRPr lang="de-DE" sz="1000"/>
            </a:lvl2pPr>
            <a:lvl3pPr>
              <a:defRPr lang="de-DE" sz="900"/>
            </a:lvl3pPr>
            <a:lvl4pPr>
              <a:defRPr lang="de-DE" sz="800"/>
            </a:lvl4pPr>
            <a:lvl5pPr>
              <a:defRPr lang="de-DE" sz="800"/>
            </a:lvl5pPr>
          </a:lstStyle>
          <a:p>
            <a:pPr marL="0" lvl="0" indent="0" algn="ctr" defTabSz="914400" rtl="0" eaLnBrk="1" latinLnBrk="0" hangingPunct="1">
              <a:lnSpc>
                <a:spcPct val="100000"/>
              </a:lnSpc>
              <a:spcBef>
                <a:spcPts val="1000"/>
              </a:spcBef>
              <a:buFont typeface="Arial" panose="020B0604020202020204" pitchFamily="34" charset="0"/>
              <a:buNone/>
            </a:pPr>
            <a:r>
              <a:rPr lang="de-DE"/>
              <a:t>Textmasterformat durch Klicken bearbeiten </a:t>
            </a:r>
          </a:p>
        </p:txBody>
      </p:sp>
      <p:sp>
        <p:nvSpPr>
          <p:cNvPr id="89" name="Inhaltsplatzhalter 47" descr="Klicken Sie, um ein Bild hinzuzufügen.">
            <a:extLst>
              <a:ext uri="{FF2B5EF4-FFF2-40B4-BE49-F238E27FC236}">
                <a16:creationId xmlns:a16="http://schemas.microsoft.com/office/drawing/2014/main" id="{042E6E66-3835-45DF-80D9-C4AFDF3401FF}"/>
              </a:ext>
            </a:extLst>
          </p:cNvPr>
          <p:cNvSpPr>
            <a:spLocks noGrp="1"/>
          </p:cNvSpPr>
          <p:nvPr>
            <p:ph type="body" sz="quarter" idx="40" hasCustomPrompt="1"/>
          </p:nvPr>
        </p:nvSpPr>
        <p:spPr>
          <a:xfrm>
            <a:off x="5107230" y="4469081"/>
            <a:ext cx="1877575" cy="506399"/>
          </a:xfrm>
          <a:prstGeom prst="rect">
            <a:avLst/>
          </a:prstGeom>
        </p:spPr>
        <p:txBody>
          <a:bodyPr rtlCol="0" anchor="b">
            <a:noAutofit/>
          </a:bodyPr>
          <a:lstStyle>
            <a:lvl1pPr marL="0" indent="0" algn="ctr">
              <a:lnSpc>
                <a:spcPct val="100000"/>
              </a:lnSpc>
              <a:buNone/>
              <a:defRPr lang="de-DE" sz="1800" b="1">
                <a:solidFill>
                  <a:schemeClr val="bg1"/>
                </a:solidFill>
              </a:defRPr>
            </a:lvl1pPr>
            <a:lvl2pPr>
              <a:defRPr lang="de-DE" sz="1000"/>
            </a:lvl2pPr>
            <a:lvl3pPr>
              <a:defRPr lang="de-DE" sz="900"/>
            </a:lvl3pPr>
            <a:lvl4pPr>
              <a:defRPr lang="de-DE" sz="800"/>
            </a:lvl4pPr>
            <a:lvl5pPr>
              <a:defRPr lang="de-DE" sz="800"/>
            </a:lvl5pPr>
          </a:lstStyle>
          <a:p>
            <a:pPr lvl="0" rtl="0"/>
            <a:r>
              <a:rPr lang="de-DE"/>
              <a:t>Titelmasterformat durch Klicken bearbeiten </a:t>
            </a:r>
          </a:p>
        </p:txBody>
      </p:sp>
      <p:sp>
        <p:nvSpPr>
          <p:cNvPr id="90" name="Inhaltsplatzhalter 47">
            <a:extLst>
              <a:ext uri="{FF2B5EF4-FFF2-40B4-BE49-F238E27FC236}">
                <a16:creationId xmlns:a16="http://schemas.microsoft.com/office/drawing/2014/main" id="{A6E85C70-1784-4A0C-8897-EDE98D39BC01}"/>
              </a:ext>
            </a:extLst>
          </p:cNvPr>
          <p:cNvSpPr>
            <a:spLocks noGrp="1"/>
          </p:cNvSpPr>
          <p:nvPr>
            <p:ph type="body" sz="quarter" idx="41" hasCustomPrompt="1"/>
          </p:nvPr>
        </p:nvSpPr>
        <p:spPr>
          <a:xfrm>
            <a:off x="5107230" y="5051157"/>
            <a:ext cx="1877575" cy="506399"/>
          </a:xfrm>
          <a:prstGeom prst="rect">
            <a:avLst/>
          </a:prstGeom>
        </p:spPr>
        <p:txBody>
          <a:bodyPr rtlCol="0">
            <a:noAutofit/>
          </a:bodyPr>
          <a:lstStyle>
            <a:lvl1pPr marL="0" indent="0" algn="ctr">
              <a:lnSpc>
                <a:spcPct val="90000"/>
              </a:lnSpc>
              <a:spcBef>
                <a:spcPts val="0"/>
              </a:spcBef>
              <a:buNone/>
              <a:defRPr lang="de-DE" altLang="zh-CN" sz="1400" b="0" kern="1200" dirty="0">
                <a:solidFill>
                  <a:schemeClr val="bg1"/>
                </a:solidFill>
                <a:latin typeface="+mn-lt"/>
                <a:ea typeface="+mj-ea"/>
                <a:cs typeface="+mn-cs"/>
              </a:defRPr>
            </a:lvl1pPr>
            <a:lvl2pPr>
              <a:defRPr lang="de-DE" sz="1000"/>
            </a:lvl2pPr>
            <a:lvl3pPr>
              <a:defRPr lang="de-DE" sz="900"/>
            </a:lvl3pPr>
            <a:lvl4pPr>
              <a:defRPr lang="de-DE" sz="800"/>
            </a:lvl4pPr>
            <a:lvl5pPr>
              <a:defRPr lang="de-DE" sz="800"/>
            </a:lvl5pPr>
          </a:lstStyle>
          <a:p>
            <a:pPr marL="0" lvl="0" indent="0" algn="ctr" defTabSz="914400" rtl="0" eaLnBrk="1" latinLnBrk="0" hangingPunct="1">
              <a:lnSpc>
                <a:spcPct val="100000"/>
              </a:lnSpc>
              <a:spcBef>
                <a:spcPts val="1000"/>
              </a:spcBef>
              <a:buFont typeface="Arial" panose="020B0604020202020204" pitchFamily="34" charset="0"/>
              <a:buNone/>
            </a:pPr>
            <a:r>
              <a:rPr lang="de-DE"/>
              <a:t>Textmasterformat durch Klicken bearbeiten </a:t>
            </a:r>
          </a:p>
        </p:txBody>
      </p:sp>
      <p:sp>
        <p:nvSpPr>
          <p:cNvPr id="91" name="Inhaltsplatzhalter 47" descr="Klicken Sie, um ein Bild hinzuzufügen.">
            <a:extLst>
              <a:ext uri="{FF2B5EF4-FFF2-40B4-BE49-F238E27FC236}">
                <a16:creationId xmlns:a16="http://schemas.microsoft.com/office/drawing/2014/main" id="{4CD55BC2-05D0-49CB-B0A5-C96ACB411B57}"/>
              </a:ext>
            </a:extLst>
          </p:cNvPr>
          <p:cNvSpPr>
            <a:spLocks noGrp="1"/>
          </p:cNvSpPr>
          <p:nvPr>
            <p:ph type="body" sz="quarter" idx="42" hasCustomPrompt="1"/>
          </p:nvPr>
        </p:nvSpPr>
        <p:spPr>
          <a:xfrm>
            <a:off x="7501941" y="4469081"/>
            <a:ext cx="1877575" cy="506399"/>
          </a:xfrm>
          <a:prstGeom prst="rect">
            <a:avLst/>
          </a:prstGeom>
        </p:spPr>
        <p:txBody>
          <a:bodyPr rtlCol="0" anchor="b">
            <a:noAutofit/>
          </a:bodyPr>
          <a:lstStyle>
            <a:lvl1pPr marL="0" indent="0" algn="ctr">
              <a:lnSpc>
                <a:spcPct val="100000"/>
              </a:lnSpc>
              <a:buNone/>
              <a:defRPr lang="de-DE" sz="1800" b="1">
                <a:solidFill>
                  <a:schemeClr val="bg1"/>
                </a:solidFill>
              </a:defRPr>
            </a:lvl1pPr>
            <a:lvl2pPr>
              <a:defRPr lang="de-DE" sz="1000"/>
            </a:lvl2pPr>
            <a:lvl3pPr>
              <a:defRPr lang="de-DE" sz="900"/>
            </a:lvl3pPr>
            <a:lvl4pPr>
              <a:defRPr lang="de-DE" sz="800"/>
            </a:lvl4pPr>
            <a:lvl5pPr>
              <a:defRPr lang="de-DE" sz="800"/>
            </a:lvl5pPr>
          </a:lstStyle>
          <a:p>
            <a:pPr lvl="0" rtl="0"/>
            <a:r>
              <a:rPr lang="de-DE"/>
              <a:t>Titelmasterformat durch Klicken bearbeiten </a:t>
            </a:r>
          </a:p>
        </p:txBody>
      </p:sp>
      <p:sp>
        <p:nvSpPr>
          <p:cNvPr id="92" name="Inhaltsplatzhalter 47">
            <a:extLst>
              <a:ext uri="{FF2B5EF4-FFF2-40B4-BE49-F238E27FC236}">
                <a16:creationId xmlns:a16="http://schemas.microsoft.com/office/drawing/2014/main" id="{49DB7120-2F2C-4F89-AA8C-ABC4F3FF25F3}"/>
              </a:ext>
            </a:extLst>
          </p:cNvPr>
          <p:cNvSpPr>
            <a:spLocks noGrp="1"/>
          </p:cNvSpPr>
          <p:nvPr>
            <p:ph type="body" sz="quarter" idx="43" hasCustomPrompt="1"/>
          </p:nvPr>
        </p:nvSpPr>
        <p:spPr>
          <a:xfrm>
            <a:off x="7501941" y="5051157"/>
            <a:ext cx="1877575" cy="506399"/>
          </a:xfrm>
          <a:prstGeom prst="rect">
            <a:avLst/>
          </a:prstGeom>
        </p:spPr>
        <p:txBody>
          <a:bodyPr rtlCol="0">
            <a:noAutofit/>
          </a:bodyPr>
          <a:lstStyle>
            <a:lvl1pPr marL="0" indent="0" algn="ctr">
              <a:lnSpc>
                <a:spcPct val="90000"/>
              </a:lnSpc>
              <a:spcBef>
                <a:spcPts val="0"/>
              </a:spcBef>
              <a:buNone/>
              <a:defRPr lang="de-DE" altLang="zh-CN" sz="1400" b="0" kern="1200" dirty="0">
                <a:solidFill>
                  <a:schemeClr val="bg1"/>
                </a:solidFill>
                <a:latin typeface="+mn-lt"/>
                <a:ea typeface="+mj-ea"/>
                <a:cs typeface="+mn-cs"/>
              </a:defRPr>
            </a:lvl1pPr>
            <a:lvl2pPr>
              <a:defRPr lang="de-DE" sz="1000"/>
            </a:lvl2pPr>
            <a:lvl3pPr>
              <a:defRPr lang="de-DE" sz="900"/>
            </a:lvl3pPr>
            <a:lvl4pPr>
              <a:defRPr lang="de-DE" sz="800"/>
            </a:lvl4pPr>
            <a:lvl5pPr>
              <a:defRPr lang="de-DE" sz="800"/>
            </a:lvl5pPr>
          </a:lstStyle>
          <a:p>
            <a:pPr marL="0" lvl="0" indent="0" algn="ctr" defTabSz="914400" rtl="0" eaLnBrk="1" latinLnBrk="0" hangingPunct="1">
              <a:lnSpc>
                <a:spcPct val="100000"/>
              </a:lnSpc>
              <a:spcBef>
                <a:spcPts val="1000"/>
              </a:spcBef>
              <a:buFont typeface="Arial" panose="020B0604020202020204" pitchFamily="34" charset="0"/>
              <a:buNone/>
            </a:pPr>
            <a:r>
              <a:rPr lang="de-DE"/>
              <a:t>Textmasterformat durch Klicken bearbeiten </a:t>
            </a:r>
          </a:p>
        </p:txBody>
      </p:sp>
      <p:sp>
        <p:nvSpPr>
          <p:cNvPr id="93" name="Inhaltsplatzhalter 47" descr="Klicken Sie, um ein Bild hinzuzufügen.">
            <a:extLst>
              <a:ext uri="{FF2B5EF4-FFF2-40B4-BE49-F238E27FC236}">
                <a16:creationId xmlns:a16="http://schemas.microsoft.com/office/drawing/2014/main" id="{AEB1F7BA-7D83-4C23-A72B-82DF9377E9C3}"/>
              </a:ext>
            </a:extLst>
          </p:cNvPr>
          <p:cNvSpPr>
            <a:spLocks noGrp="1"/>
          </p:cNvSpPr>
          <p:nvPr>
            <p:ph type="body" sz="quarter" idx="44" hasCustomPrompt="1"/>
          </p:nvPr>
        </p:nvSpPr>
        <p:spPr>
          <a:xfrm>
            <a:off x="8734718" y="2355643"/>
            <a:ext cx="1877575" cy="506399"/>
          </a:xfrm>
          <a:prstGeom prst="rect">
            <a:avLst/>
          </a:prstGeom>
        </p:spPr>
        <p:txBody>
          <a:bodyPr rtlCol="0" anchor="b">
            <a:noAutofit/>
          </a:bodyPr>
          <a:lstStyle>
            <a:lvl1pPr marL="0" indent="0" algn="ctr">
              <a:lnSpc>
                <a:spcPct val="100000"/>
              </a:lnSpc>
              <a:buNone/>
              <a:defRPr lang="de-DE" sz="1800" b="1">
                <a:solidFill>
                  <a:schemeClr val="bg1"/>
                </a:solidFill>
              </a:defRPr>
            </a:lvl1pPr>
            <a:lvl2pPr>
              <a:defRPr lang="de-DE" sz="1000"/>
            </a:lvl2pPr>
            <a:lvl3pPr>
              <a:defRPr lang="de-DE" sz="900"/>
            </a:lvl3pPr>
            <a:lvl4pPr>
              <a:defRPr lang="de-DE" sz="800"/>
            </a:lvl4pPr>
            <a:lvl5pPr>
              <a:defRPr lang="de-DE" sz="800"/>
            </a:lvl5pPr>
          </a:lstStyle>
          <a:p>
            <a:pPr lvl="0" rtl="0"/>
            <a:r>
              <a:rPr lang="de-DE"/>
              <a:t>Titelmasterformat durch Klicken bearbeiten </a:t>
            </a:r>
          </a:p>
        </p:txBody>
      </p:sp>
      <p:sp>
        <p:nvSpPr>
          <p:cNvPr id="94" name="Inhaltsplatzhalter 47">
            <a:extLst>
              <a:ext uri="{FF2B5EF4-FFF2-40B4-BE49-F238E27FC236}">
                <a16:creationId xmlns:a16="http://schemas.microsoft.com/office/drawing/2014/main" id="{7C32F3EB-1AC3-40E9-B66D-ADB19CC74F0F}"/>
              </a:ext>
            </a:extLst>
          </p:cNvPr>
          <p:cNvSpPr>
            <a:spLocks noGrp="1"/>
          </p:cNvSpPr>
          <p:nvPr>
            <p:ph type="body" sz="quarter" idx="45" hasCustomPrompt="1"/>
          </p:nvPr>
        </p:nvSpPr>
        <p:spPr>
          <a:xfrm>
            <a:off x="8734718" y="2937719"/>
            <a:ext cx="1877575" cy="506399"/>
          </a:xfrm>
          <a:prstGeom prst="rect">
            <a:avLst/>
          </a:prstGeom>
        </p:spPr>
        <p:txBody>
          <a:bodyPr rtlCol="0">
            <a:noAutofit/>
          </a:bodyPr>
          <a:lstStyle>
            <a:lvl1pPr marL="0" indent="0" algn="ctr">
              <a:lnSpc>
                <a:spcPct val="90000"/>
              </a:lnSpc>
              <a:spcBef>
                <a:spcPts val="0"/>
              </a:spcBef>
              <a:buNone/>
              <a:defRPr lang="de-DE" altLang="zh-CN" sz="1400" b="0" kern="1200" dirty="0">
                <a:solidFill>
                  <a:schemeClr val="bg1"/>
                </a:solidFill>
                <a:latin typeface="+mn-lt"/>
                <a:ea typeface="+mj-ea"/>
                <a:cs typeface="+mn-cs"/>
              </a:defRPr>
            </a:lvl1pPr>
            <a:lvl2pPr>
              <a:defRPr lang="de-DE" sz="1000"/>
            </a:lvl2pPr>
            <a:lvl3pPr>
              <a:defRPr lang="de-DE" sz="900"/>
            </a:lvl3pPr>
            <a:lvl4pPr>
              <a:defRPr lang="de-DE" sz="800"/>
            </a:lvl4pPr>
            <a:lvl5pPr>
              <a:defRPr lang="de-DE" sz="800"/>
            </a:lvl5pPr>
          </a:lstStyle>
          <a:p>
            <a:pPr marL="0" lvl="0" indent="0" algn="ctr" defTabSz="914400" rtl="0" eaLnBrk="1" latinLnBrk="0" hangingPunct="1">
              <a:lnSpc>
                <a:spcPct val="100000"/>
              </a:lnSpc>
              <a:spcBef>
                <a:spcPts val="1000"/>
              </a:spcBef>
              <a:buFont typeface="Arial" panose="020B0604020202020204" pitchFamily="34" charset="0"/>
              <a:buNone/>
            </a:pPr>
            <a:r>
              <a:rPr lang="de-DE"/>
              <a:t>Textmasterformat durch Klicken bearbeiten </a:t>
            </a:r>
          </a:p>
        </p:txBody>
      </p:sp>
      <p:sp>
        <p:nvSpPr>
          <p:cNvPr id="2" name="Titel 1">
            <a:extLst>
              <a:ext uri="{FF2B5EF4-FFF2-40B4-BE49-F238E27FC236}">
                <a16:creationId xmlns:a16="http://schemas.microsoft.com/office/drawing/2014/main" id="{667E7569-B8BF-39D0-D742-EF98B83E4E1D}"/>
              </a:ext>
            </a:extLst>
          </p:cNvPr>
          <p:cNvSpPr>
            <a:spLocks noGrp="1"/>
          </p:cNvSpPr>
          <p:nvPr>
            <p:ph type="title"/>
          </p:nvPr>
        </p:nvSpPr>
        <p:spPr>
          <a:xfrm>
            <a:off x="578914" y="726705"/>
            <a:ext cx="10515600" cy="1205058"/>
          </a:xfrm>
        </p:spPr>
        <p:txBody>
          <a:bodyPr rtlCol="0" anchor="t">
            <a:noAutofit/>
          </a:bodyPr>
          <a:lstStyle>
            <a:lvl1pPr algn="l">
              <a:defRPr lang="de-DE"/>
            </a:lvl1pPr>
          </a:lstStyle>
          <a:p>
            <a:pPr rtl="0"/>
            <a:r>
              <a:rPr lang="de-DE"/>
              <a:t>Mastertitelformat bearbeiten</a:t>
            </a:r>
          </a:p>
        </p:txBody>
      </p:sp>
      <p:sp>
        <p:nvSpPr>
          <p:cNvPr id="3" name="Fußzeilenplatzhalter 2">
            <a:extLst>
              <a:ext uri="{FF2B5EF4-FFF2-40B4-BE49-F238E27FC236}">
                <a16:creationId xmlns:a16="http://schemas.microsoft.com/office/drawing/2014/main" id="{9FC159C7-D006-5B5F-1FEA-689C432B8C8C}"/>
              </a:ext>
            </a:extLst>
          </p:cNvPr>
          <p:cNvSpPr>
            <a:spLocks noGrp="1"/>
          </p:cNvSpPr>
          <p:nvPr>
            <p:ph type="ftr" sz="quarter" idx="46"/>
          </p:nvPr>
        </p:nvSpPr>
        <p:spPr/>
        <p:txBody>
          <a:bodyPr rtlCol="0">
            <a:noAutofit/>
          </a:bodyPr>
          <a:lstStyle>
            <a:defPPr>
              <a:defRPr lang="de-DE"/>
            </a:defPPr>
          </a:lstStyle>
          <a:p>
            <a:pPr rtl="0"/>
            <a:r>
              <a:rPr lang="de-DE" noProof="0"/>
              <a:t>Präsentationstitel</a:t>
            </a:r>
          </a:p>
        </p:txBody>
      </p:sp>
      <p:sp>
        <p:nvSpPr>
          <p:cNvPr id="4" name="Foliennummernplatzhalter 3">
            <a:extLst>
              <a:ext uri="{FF2B5EF4-FFF2-40B4-BE49-F238E27FC236}">
                <a16:creationId xmlns:a16="http://schemas.microsoft.com/office/drawing/2014/main" id="{4F0EBABD-E264-2C96-1139-289A712F35B7}"/>
              </a:ext>
            </a:extLst>
          </p:cNvPr>
          <p:cNvSpPr>
            <a:spLocks noGrp="1"/>
          </p:cNvSpPr>
          <p:nvPr>
            <p:ph type="sldNum" sz="quarter" idx="47"/>
          </p:nvPr>
        </p:nvSpPr>
        <p:spPr/>
        <p:txBody>
          <a:bodyPr rtlCol="0">
            <a:noAutofit/>
          </a:bodyPr>
          <a:lstStyle>
            <a:defPPr>
              <a:defRPr lang="de-DE"/>
            </a:defPPr>
          </a:lstStyle>
          <a:p>
            <a:pPr rtl="0"/>
            <a:fld id="{47FEACEE-25B4-4A2D-B147-27296E36371D}" type="slidenum">
              <a:rPr lang="de-DE" altLang="zh-CN" noProof="0" smtClean="0"/>
              <a:pPr rtl="0"/>
              <a:t>‹#›</a:t>
            </a:fld>
            <a:endParaRPr lang="de-DE" altLang="zh-CN" noProof="0"/>
          </a:p>
        </p:txBody>
      </p:sp>
    </p:spTree>
    <p:extLst>
      <p:ext uri="{BB962C8B-B14F-4D97-AF65-F5344CB8AC3E}">
        <p14:creationId xmlns:p14="http://schemas.microsoft.com/office/powerpoint/2010/main" val="35908809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Zwei Inhalte">
    <p:spTree>
      <p:nvGrpSpPr>
        <p:cNvPr id="1" name=""/>
        <p:cNvGrpSpPr/>
        <p:nvPr/>
      </p:nvGrpSpPr>
      <p:grpSpPr>
        <a:xfrm>
          <a:off x="0" y="0"/>
          <a:ext cx="0" cy="0"/>
          <a:chOff x="0" y="0"/>
          <a:chExt cx="0" cy="0"/>
        </a:xfrm>
      </p:grpSpPr>
      <p:sp>
        <p:nvSpPr>
          <p:cNvPr id="4" name="Rechteck 13">
            <a:extLst>
              <a:ext uri="{FF2B5EF4-FFF2-40B4-BE49-F238E27FC236}">
                <a16:creationId xmlns:a16="http://schemas.microsoft.com/office/drawing/2014/main" id="{12BFFCE7-C68B-4904-8795-9589C3F38FD4}"/>
              </a:ext>
            </a:extLst>
          </p:cNvPr>
          <p:cNvSpPr/>
          <p:nvPr userDrawn="1"/>
        </p:nvSpPr>
        <p:spPr>
          <a:xfrm>
            <a:off x="636161" y="5854024"/>
            <a:ext cx="2330137" cy="708120"/>
          </a:xfrm>
          <a:prstGeom prst="rect">
            <a:avLst/>
          </a:prstGeom>
          <a:solidFill>
            <a:srgbClr val="0F26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de-DE"/>
            </a:defPPr>
          </a:lstStyle>
          <a:p>
            <a:pPr algn="ctr" rtl="0"/>
            <a:endParaRPr lang="de-DE" noProof="0"/>
          </a:p>
        </p:txBody>
      </p:sp>
      <p:sp>
        <p:nvSpPr>
          <p:cNvPr id="7" name="Freihandform: Form 19">
            <a:extLst>
              <a:ext uri="{FF2B5EF4-FFF2-40B4-BE49-F238E27FC236}">
                <a16:creationId xmlns:a16="http://schemas.microsoft.com/office/drawing/2014/main" id="{F38B75F8-75D4-4B41-B7C7-433032DD0A6F}"/>
              </a:ext>
            </a:extLst>
          </p:cNvPr>
          <p:cNvSpPr/>
          <p:nvPr userDrawn="1"/>
        </p:nvSpPr>
        <p:spPr>
          <a:xfrm flipH="1">
            <a:off x="769290" y="491100"/>
            <a:ext cx="1886361" cy="221318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de-DE"/>
            </a:defPPr>
          </a:lstStyle>
          <a:p>
            <a:pPr algn="ctr" rtl="0"/>
            <a:endParaRPr lang="de-DE" noProof="0"/>
          </a:p>
        </p:txBody>
      </p:sp>
      <p:sp>
        <p:nvSpPr>
          <p:cNvPr id="8" name="Freihandform: Form 24">
            <a:extLst>
              <a:ext uri="{FF2B5EF4-FFF2-40B4-BE49-F238E27FC236}">
                <a16:creationId xmlns:a16="http://schemas.microsoft.com/office/drawing/2014/main" id="{671D1224-EDDC-4900-92DC-13608D44C524}"/>
              </a:ext>
            </a:extLst>
          </p:cNvPr>
          <p:cNvSpPr/>
          <p:nvPr userDrawn="1"/>
        </p:nvSpPr>
        <p:spPr>
          <a:xfrm flipH="1">
            <a:off x="783145" y="4057904"/>
            <a:ext cx="1886359" cy="221318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de-DE"/>
            </a:defPPr>
          </a:lstStyle>
          <a:p>
            <a:pPr algn="ctr" rtl="0"/>
            <a:endParaRPr lang="de-DE" noProof="0"/>
          </a:p>
        </p:txBody>
      </p:sp>
      <p:sp>
        <p:nvSpPr>
          <p:cNvPr id="15" name="Freihandform 14">
            <a:extLst>
              <a:ext uri="{FF2B5EF4-FFF2-40B4-BE49-F238E27FC236}">
                <a16:creationId xmlns:a16="http://schemas.microsoft.com/office/drawing/2014/main" id="{635A9E44-4E60-1AD1-0B85-72422683B48A}"/>
              </a:ext>
            </a:extLst>
          </p:cNvPr>
          <p:cNvSpPr/>
          <p:nvPr userDrawn="1"/>
        </p:nvSpPr>
        <p:spPr>
          <a:xfrm flipH="1">
            <a:off x="0" y="3709992"/>
            <a:ext cx="1157948" cy="1502830"/>
          </a:xfrm>
          <a:custGeom>
            <a:avLst/>
            <a:gdLst>
              <a:gd name="connsiteX0" fmla="*/ 638572 w 1157948"/>
              <a:gd name="connsiteY0" fmla="*/ 0 h 1502830"/>
              <a:gd name="connsiteX1" fmla="*/ 0 w 1157948"/>
              <a:gd name="connsiteY1" fmla="*/ 378385 h 1502830"/>
              <a:gd name="connsiteX2" fmla="*/ 0 w 1157948"/>
              <a:gd name="connsiteY2" fmla="*/ 1129800 h 1502830"/>
              <a:gd name="connsiteX3" fmla="*/ 640317 w 1157948"/>
              <a:gd name="connsiteY3" fmla="*/ 1502830 h 1502830"/>
              <a:gd name="connsiteX4" fmla="*/ 1157948 w 1157948"/>
              <a:gd name="connsiteY4" fmla="*/ 1200968 h 1502830"/>
              <a:gd name="connsiteX5" fmla="*/ 1157948 w 1157948"/>
              <a:gd name="connsiteY5" fmla="*/ 304639 h 1502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57948" h="1502830">
                <a:moveTo>
                  <a:pt x="638572" y="0"/>
                </a:moveTo>
                <a:lnTo>
                  <a:pt x="0" y="378385"/>
                </a:lnTo>
                <a:lnTo>
                  <a:pt x="0" y="1129800"/>
                </a:lnTo>
                <a:lnTo>
                  <a:pt x="640317" y="1502830"/>
                </a:lnTo>
                <a:lnTo>
                  <a:pt x="1157948" y="1200968"/>
                </a:lnTo>
                <a:lnTo>
                  <a:pt x="1157948" y="304639"/>
                </a:lnTo>
                <a:close/>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de-DE"/>
            </a:defPPr>
          </a:lstStyle>
          <a:p>
            <a:pPr algn="ctr" rtl="0"/>
            <a:endParaRPr lang="de-DE" noProof="0"/>
          </a:p>
        </p:txBody>
      </p:sp>
      <p:sp>
        <p:nvSpPr>
          <p:cNvPr id="21" name="Untertitel 47" descr="Klicken Sie, um ein Bild hinzuzufügen.">
            <a:extLst>
              <a:ext uri="{FF2B5EF4-FFF2-40B4-BE49-F238E27FC236}">
                <a16:creationId xmlns:a16="http://schemas.microsoft.com/office/drawing/2014/main" id="{0C7786BA-5E56-47AA-AE47-4EC07A0D4FA1}"/>
              </a:ext>
            </a:extLst>
          </p:cNvPr>
          <p:cNvSpPr>
            <a:spLocks noGrp="1"/>
          </p:cNvSpPr>
          <p:nvPr>
            <p:ph type="body" sz="quarter" idx="27" hasCustomPrompt="1"/>
          </p:nvPr>
        </p:nvSpPr>
        <p:spPr>
          <a:xfrm>
            <a:off x="4550705" y="3625598"/>
            <a:ext cx="2653545" cy="587964"/>
          </a:xfrm>
          <a:prstGeom prst="rect">
            <a:avLst/>
          </a:prstGeom>
        </p:spPr>
        <p:txBody>
          <a:bodyPr rtlCol="0" anchor="b">
            <a:noAutofit/>
          </a:bodyPr>
          <a:lstStyle>
            <a:lvl1pPr marL="0" indent="0" algn="l">
              <a:lnSpc>
                <a:spcPct val="100000"/>
              </a:lnSpc>
              <a:buNone/>
              <a:defRPr lang="de-DE" sz="1800" b="1">
                <a:solidFill>
                  <a:schemeClr val="bg1"/>
                </a:solidFill>
              </a:defRPr>
            </a:lvl1pPr>
            <a:lvl2pPr>
              <a:defRPr lang="de-DE" sz="1000"/>
            </a:lvl2pPr>
            <a:lvl3pPr>
              <a:defRPr lang="de-DE" sz="900"/>
            </a:lvl3pPr>
            <a:lvl4pPr>
              <a:defRPr lang="de-DE" sz="800"/>
            </a:lvl4pPr>
            <a:lvl5pPr>
              <a:defRPr lang="de-DE" sz="800"/>
            </a:lvl5pPr>
          </a:lstStyle>
          <a:p>
            <a:pPr lvl="0" rtl="0"/>
            <a:r>
              <a:rPr lang="de-DE" noProof="0"/>
              <a:t>Titelmasterformat durch Klicken bearbeiten </a:t>
            </a:r>
          </a:p>
        </p:txBody>
      </p:sp>
      <p:sp>
        <p:nvSpPr>
          <p:cNvPr id="23" name="Inhaltsplatzhalter 47">
            <a:extLst>
              <a:ext uri="{FF2B5EF4-FFF2-40B4-BE49-F238E27FC236}">
                <a16:creationId xmlns:a16="http://schemas.microsoft.com/office/drawing/2014/main" id="{880214CF-87DD-476A-9B2E-A58DB313A61A}"/>
              </a:ext>
            </a:extLst>
          </p:cNvPr>
          <p:cNvSpPr>
            <a:spLocks noGrp="1"/>
          </p:cNvSpPr>
          <p:nvPr>
            <p:ph type="body" sz="quarter" idx="28" hasCustomPrompt="1"/>
          </p:nvPr>
        </p:nvSpPr>
        <p:spPr>
          <a:xfrm>
            <a:off x="4550705" y="4246516"/>
            <a:ext cx="2653545" cy="1727103"/>
          </a:xfrm>
          <a:prstGeom prst="rect">
            <a:avLst/>
          </a:prstGeom>
        </p:spPr>
        <p:txBody>
          <a:bodyPr rtlCol="0">
            <a:noAutofit/>
          </a:bodyPr>
          <a:lstStyle>
            <a:lvl1pPr marL="0" indent="0" algn="l">
              <a:lnSpc>
                <a:spcPct val="100000"/>
              </a:lnSpc>
              <a:spcBef>
                <a:spcPts val="0"/>
              </a:spcBef>
              <a:buNone/>
              <a:defRPr lang="de-DE" sz="1400" b="0">
                <a:solidFill>
                  <a:schemeClr val="bg1"/>
                </a:solidFill>
                <a:latin typeface="+mn-lt"/>
              </a:defRPr>
            </a:lvl1pPr>
            <a:lvl2pPr>
              <a:defRPr lang="de-DE" sz="1000"/>
            </a:lvl2pPr>
            <a:lvl3pPr>
              <a:defRPr lang="de-DE" sz="900"/>
            </a:lvl3pPr>
            <a:lvl4pPr>
              <a:defRPr lang="de-DE" sz="800"/>
            </a:lvl4pPr>
            <a:lvl5pPr>
              <a:defRPr lang="de-DE" sz="800"/>
            </a:lvl5pPr>
          </a:lstStyle>
          <a:p>
            <a:pPr lvl="0" rtl="0"/>
            <a:r>
              <a:rPr lang="de-DE" noProof="0"/>
              <a:t>Textmasterformat durch Klicken bearbeiten </a:t>
            </a:r>
          </a:p>
        </p:txBody>
      </p:sp>
      <p:sp>
        <p:nvSpPr>
          <p:cNvPr id="37" name="Bildplatzhalter">
            <a:extLst>
              <a:ext uri="{FF2B5EF4-FFF2-40B4-BE49-F238E27FC236}">
                <a16:creationId xmlns:a16="http://schemas.microsoft.com/office/drawing/2014/main" id="{264CF63C-079E-41AA-AA9A-762A765E699F}"/>
              </a:ext>
            </a:extLst>
          </p:cNvPr>
          <p:cNvSpPr>
            <a:spLocks noGrp="1"/>
          </p:cNvSpPr>
          <p:nvPr>
            <p:ph type="pic" sz="quarter" idx="51"/>
          </p:nvPr>
        </p:nvSpPr>
        <p:spPr>
          <a:xfrm>
            <a:off x="1788170" y="2296125"/>
            <a:ext cx="1886360" cy="2144668"/>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bg1">
              <a:lumMod val="95000"/>
            </a:schemeClr>
          </a:solidFill>
        </p:spPr>
        <p:txBody>
          <a:bodyPr rtlCol="0" anchor="ctr">
            <a:noAutofit/>
          </a:bodyPr>
          <a:lstStyle>
            <a:lvl1pPr marL="0" indent="0" algn="ctr">
              <a:buNone/>
              <a:defRPr lang="de-DE" sz="1000">
                <a:solidFill>
                  <a:schemeClr val="tx1"/>
                </a:solidFill>
              </a:defRPr>
            </a:lvl1pPr>
          </a:lstStyle>
          <a:p>
            <a:pPr rtl="0"/>
            <a:r>
              <a:rPr lang="de-DE" noProof="0"/>
              <a:t>Bild durch Klicken auf Symbol hinzufügen</a:t>
            </a:r>
          </a:p>
        </p:txBody>
      </p:sp>
      <p:sp>
        <p:nvSpPr>
          <p:cNvPr id="17" name="Titel 1">
            <a:extLst>
              <a:ext uri="{FF2B5EF4-FFF2-40B4-BE49-F238E27FC236}">
                <a16:creationId xmlns:a16="http://schemas.microsoft.com/office/drawing/2014/main" id="{D041C638-CBB8-1159-9AF8-B5D14CC7BE0F}"/>
              </a:ext>
            </a:extLst>
          </p:cNvPr>
          <p:cNvSpPr>
            <a:spLocks noGrp="1"/>
          </p:cNvSpPr>
          <p:nvPr>
            <p:ph type="title"/>
          </p:nvPr>
        </p:nvSpPr>
        <p:spPr>
          <a:xfrm>
            <a:off x="4550704" y="1690878"/>
            <a:ext cx="6599429" cy="1325563"/>
          </a:xfrm>
        </p:spPr>
        <p:txBody>
          <a:bodyPr rtlCol="0" anchor="b">
            <a:noAutofit/>
          </a:bodyPr>
          <a:lstStyle>
            <a:defPPr>
              <a:defRPr lang="de-DE"/>
            </a:defPPr>
          </a:lstStyle>
          <a:p>
            <a:pPr rtl="0"/>
            <a:r>
              <a:rPr lang="de-DE" noProof="0"/>
              <a:t>Mastertitelformat bearbeiten</a:t>
            </a:r>
          </a:p>
        </p:txBody>
      </p:sp>
      <p:sp>
        <p:nvSpPr>
          <p:cNvPr id="18" name="Untertitel 47" descr="Klicken Sie, um ein Bild hinzuzufügen.">
            <a:extLst>
              <a:ext uri="{FF2B5EF4-FFF2-40B4-BE49-F238E27FC236}">
                <a16:creationId xmlns:a16="http://schemas.microsoft.com/office/drawing/2014/main" id="{3C2C4001-E56F-4174-01AA-4630360BFF48}"/>
              </a:ext>
            </a:extLst>
          </p:cNvPr>
          <p:cNvSpPr>
            <a:spLocks noGrp="1"/>
          </p:cNvSpPr>
          <p:nvPr>
            <p:ph type="body" sz="quarter" idx="52" hasCustomPrompt="1"/>
          </p:nvPr>
        </p:nvSpPr>
        <p:spPr>
          <a:xfrm>
            <a:off x="7811506" y="3625598"/>
            <a:ext cx="2653545" cy="587964"/>
          </a:xfrm>
          <a:prstGeom prst="rect">
            <a:avLst/>
          </a:prstGeom>
        </p:spPr>
        <p:txBody>
          <a:bodyPr rtlCol="0" anchor="b">
            <a:noAutofit/>
          </a:bodyPr>
          <a:lstStyle>
            <a:lvl1pPr marL="0" indent="0" algn="l">
              <a:lnSpc>
                <a:spcPct val="100000"/>
              </a:lnSpc>
              <a:buNone/>
              <a:defRPr lang="de-DE" sz="1800" b="1">
                <a:solidFill>
                  <a:schemeClr val="bg1"/>
                </a:solidFill>
              </a:defRPr>
            </a:lvl1pPr>
            <a:lvl2pPr>
              <a:defRPr lang="de-DE" sz="1000"/>
            </a:lvl2pPr>
            <a:lvl3pPr>
              <a:defRPr lang="de-DE" sz="900"/>
            </a:lvl3pPr>
            <a:lvl4pPr>
              <a:defRPr lang="de-DE" sz="800"/>
            </a:lvl4pPr>
            <a:lvl5pPr>
              <a:defRPr lang="de-DE" sz="800"/>
            </a:lvl5pPr>
          </a:lstStyle>
          <a:p>
            <a:pPr lvl="0" rtl="0"/>
            <a:r>
              <a:rPr lang="de-DE" noProof="0"/>
              <a:t>Titelmasterformat durch Klicken bearbeiten </a:t>
            </a:r>
          </a:p>
        </p:txBody>
      </p:sp>
      <p:sp>
        <p:nvSpPr>
          <p:cNvPr id="20" name="Inhaltsplatzhalter 47">
            <a:extLst>
              <a:ext uri="{FF2B5EF4-FFF2-40B4-BE49-F238E27FC236}">
                <a16:creationId xmlns:a16="http://schemas.microsoft.com/office/drawing/2014/main" id="{02DFC856-C546-62E9-220F-7A668D349056}"/>
              </a:ext>
            </a:extLst>
          </p:cNvPr>
          <p:cNvSpPr>
            <a:spLocks noGrp="1"/>
          </p:cNvSpPr>
          <p:nvPr>
            <p:ph type="body" sz="quarter" idx="53" hasCustomPrompt="1"/>
          </p:nvPr>
        </p:nvSpPr>
        <p:spPr>
          <a:xfrm>
            <a:off x="7811506" y="4246516"/>
            <a:ext cx="2653545" cy="1727103"/>
          </a:xfrm>
          <a:prstGeom prst="rect">
            <a:avLst/>
          </a:prstGeom>
        </p:spPr>
        <p:txBody>
          <a:bodyPr rtlCol="0">
            <a:noAutofit/>
          </a:bodyPr>
          <a:lstStyle>
            <a:lvl1pPr marL="0" indent="0" algn="l">
              <a:lnSpc>
                <a:spcPct val="100000"/>
              </a:lnSpc>
              <a:spcBef>
                <a:spcPts val="0"/>
              </a:spcBef>
              <a:buNone/>
              <a:defRPr lang="de-DE" sz="1400" b="0">
                <a:solidFill>
                  <a:schemeClr val="bg1"/>
                </a:solidFill>
                <a:latin typeface="+mn-lt"/>
              </a:defRPr>
            </a:lvl1pPr>
            <a:lvl2pPr>
              <a:defRPr lang="de-DE" sz="1000"/>
            </a:lvl2pPr>
            <a:lvl3pPr>
              <a:defRPr lang="de-DE" sz="900"/>
            </a:lvl3pPr>
            <a:lvl4pPr>
              <a:defRPr lang="de-DE" sz="800"/>
            </a:lvl4pPr>
            <a:lvl5pPr>
              <a:defRPr lang="de-DE" sz="800"/>
            </a:lvl5pPr>
          </a:lstStyle>
          <a:p>
            <a:pPr lvl="0" rtl="0"/>
            <a:r>
              <a:rPr lang="de-DE" noProof="0"/>
              <a:t>Textmasterformat durch Klicken bearbeiten </a:t>
            </a:r>
          </a:p>
        </p:txBody>
      </p:sp>
      <p:sp>
        <p:nvSpPr>
          <p:cNvPr id="6" name="Foliennummernplatzhalter 5">
            <a:extLst>
              <a:ext uri="{FF2B5EF4-FFF2-40B4-BE49-F238E27FC236}">
                <a16:creationId xmlns:a16="http://schemas.microsoft.com/office/drawing/2014/main" id="{F507335A-F59E-2A6C-D2D6-F10391DA8D69}"/>
              </a:ext>
            </a:extLst>
          </p:cNvPr>
          <p:cNvSpPr>
            <a:spLocks noGrp="1"/>
          </p:cNvSpPr>
          <p:nvPr>
            <p:ph type="sldNum" sz="quarter" idx="55"/>
          </p:nvPr>
        </p:nvSpPr>
        <p:spPr/>
        <p:txBody>
          <a:bodyPr rtlCol="0">
            <a:noAutofit/>
          </a:bodyPr>
          <a:lstStyle>
            <a:defPPr>
              <a:defRPr lang="de-DE"/>
            </a:defPPr>
          </a:lstStyle>
          <a:p>
            <a:pPr rtl="0"/>
            <a:fld id="{47FEACEE-25B4-4A2D-B147-27296E36371D}" type="slidenum">
              <a:rPr lang="de-DE" altLang="zh-CN" noProof="0" smtClean="0"/>
              <a:pPr rtl="0"/>
              <a:t>‹#›</a:t>
            </a:fld>
            <a:endParaRPr lang="de-DE" altLang="zh-CN" noProof="0"/>
          </a:p>
        </p:txBody>
      </p:sp>
    </p:spTree>
    <p:extLst>
      <p:ext uri="{BB962C8B-B14F-4D97-AF65-F5344CB8AC3E}">
        <p14:creationId xmlns:p14="http://schemas.microsoft.com/office/powerpoint/2010/main" val="361364637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Drei Inhalt">
    <p:spTree>
      <p:nvGrpSpPr>
        <p:cNvPr id="1" name=""/>
        <p:cNvGrpSpPr/>
        <p:nvPr/>
      </p:nvGrpSpPr>
      <p:grpSpPr>
        <a:xfrm>
          <a:off x="0" y="0"/>
          <a:ext cx="0" cy="0"/>
          <a:chOff x="0" y="0"/>
          <a:chExt cx="0" cy="0"/>
        </a:xfrm>
      </p:grpSpPr>
      <p:sp>
        <p:nvSpPr>
          <p:cNvPr id="15" name="Freihandform 14">
            <a:extLst>
              <a:ext uri="{FF2B5EF4-FFF2-40B4-BE49-F238E27FC236}">
                <a16:creationId xmlns:a16="http://schemas.microsoft.com/office/drawing/2014/main" id="{F946AB17-3782-8412-C51A-DE10A0637453}"/>
              </a:ext>
            </a:extLst>
          </p:cNvPr>
          <p:cNvSpPr/>
          <p:nvPr userDrawn="1"/>
        </p:nvSpPr>
        <p:spPr>
          <a:xfrm>
            <a:off x="0" y="2860787"/>
            <a:ext cx="2361029" cy="3676532"/>
          </a:xfrm>
          <a:custGeom>
            <a:avLst/>
            <a:gdLst>
              <a:gd name="connsiteX0" fmla="*/ 773997 w 2361029"/>
              <a:gd name="connsiteY0" fmla="*/ 0 h 3676532"/>
              <a:gd name="connsiteX1" fmla="*/ 2361029 w 2361029"/>
              <a:gd name="connsiteY1" fmla="*/ 925683 h 3676532"/>
              <a:gd name="connsiteX2" fmla="*/ 2361029 w 2361029"/>
              <a:gd name="connsiteY2" fmla="*/ 2763949 h 3676532"/>
              <a:gd name="connsiteX3" fmla="*/ 769661 w 2361029"/>
              <a:gd name="connsiteY3" fmla="*/ 3676532 h 3676532"/>
              <a:gd name="connsiteX4" fmla="*/ 0 w 2361029"/>
              <a:gd name="connsiteY4" fmla="*/ 3234717 h 3676532"/>
              <a:gd name="connsiteX5" fmla="*/ 0 w 2361029"/>
              <a:gd name="connsiteY5" fmla="*/ 446885 h 3676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61029" h="3676532">
                <a:moveTo>
                  <a:pt x="773997" y="0"/>
                </a:moveTo>
                <a:lnTo>
                  <a:pt x="2361029" y="925683"/>
                </a:lnTo>
                <a:lnTo>
                  <a:pt x="2361029" y="2763949"/>
                </a:lnTo>
                <a:lnTo>
                  <a:pt x="769661" y="3676532"/>
                </a:lnTo>
                <a:lnTo>
                  <a:pt x="0" y="3234717"/>
                </a:lnTo>
                <a:lnTo>
                  <a:pt x="0" y="446885"/>
                </a:lnTo>
                <a:close/>
              </a:path>
            </a:pathLst>
          </a:custGeom>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de-DE"/>
            </a:defPPr>
          </a:lstStyle>
          <a:p>
            <a:pPr algn="ctr" rtl="0"/>
            <a:endParaRPr lang="de-DE"/>
          </a:p>
        </p:txBody>
      </p:sp>
      <p:sp>
        <p:nvSpPr>
          <p:cNvPr id="16" name="Freihandform 15">
            <a:extLst>
              <a:ext uri="{FF2B5EF4-FFF2-40B4-BE49-F238E27FC236}">
                <a16:creationId xmlns:a16="http://schemas.microsoft.com/office/drawing/2014/main" id="{2BA5A58B-9440-7DAB-E7D7-3143B049FBAC}"/>
              </a:ext>
            </a:extLst>
          </p:cNvPr>
          <p:cNvSpPr/>
          <p:nvPr userDrawn="1"/>
        </p:nvSpPr>
        <p:spPr>
          <a:xfrm flipH="1">
            <a:off x="1014233" y="5253270"/>
            <a:ext cx="1710765" cy="1593273"/>
          </a:xfrm>
          <a:custGeom>
            <a:avLst/>
            <a:gdLst>
              <a:gd name="connsiteX0" fmla="*/ 852873 w 1710765"/>
              <a:gd name="connsiteY0" fmla="*/ 0 h 1593273"/>
              <a:gd name="connsiteX1" fmla="*/ 0 w 1710765"/>
              <a:gd name="connsiteY1" fmla="*/ 494134 h 1593273"/>
              <a:gd name="connsiteX2" fmla="*/ 0 w 1710765"/>
              <a:gd name="connsiteY2" fmla="*/ 1475410 h 1593273"/>
              <a:gd name="connsiteX3" fmla="*/ 206916 w 1710765"/>
              <a:gd name="connsiteY3" fmla="*/ 1593273 h 1593273"/>
              <a:gd name="connsiteX4" fmla="*/ 1502835 w 1710765"/>
              <a:gd name="connsiteY4" fmla="*/ 1593273 h 1593273"/>
              <a:gd name="connsiteX5" fmla="*/ 1709418 w 1710765"/>
              <a:gd name="connsiteY5" fmla="*/ 1475480 h 1593273"/>
              <a:gd name="connsiteX6" fmla="*/ 1710407 w 1710765"/>
              <a:gd name="connsiteY6" fmla="*/ 491803 h 1593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10765" h="1593273">
                <a:moveTo>
                  <a:pt x="852873" y="0"/>
                </a:moveTo>
                <a:lnTo>
                  <a:pt x="0" y="494134"/>
                </a:lnTo>
                <a:lnTo>
                  <a:pt x="0" y="1475410"/>
                </a:lnTo>
                <a:lnTo>
                  <a:pt x="206916" y="1593273"/>
                </a:lnTo>
                <a:lnTo>
                  <a:pt x="1502835" y="1593273"/>
                </a:lnTo>
                <a:lnTo>
                  <a:pt x="1709418" y="1475480"/>
                </a:lnTo>
                <a:cubicBezTo>
                  <a:pt x="1707864" y="1146834"/>
                  <a:pt x="1711961" y="820449"/>
                  <a:pt x="1710407" y="491803"/>
                </a:cubicBezTo>
                <a:close/>
              </a:path>
            </a:pathLst>
          </a:cu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de-DE"/>
            </a:defPPr>
          </a:lstStyle>
          <a:p>
            <a:pPr algn="ctr" rtl="0"/>
            <a:endParaRPr lang="de-DE"/>
          </a:p>
        </p:txBody>
      </p:sp>
      <p:sp>
        <p:nvSpPr>
          <p:cNvPr id="22" name="Inhaltsplatzhalter 47" descr="Klicken Sie, um ein Bild hinzuzufügen.">
            <a:extLst>
              <a:ext uri="{FF2B5EF4-FFF2-40B4-BE49-F238E27FC236}">
                <a16:creationId xmlns:a16="http://schemas.microsoft.com/office/drawing/2014/main" id="{95ADF367-2619-4E00-AB82-8FFF41D0E5C2}"/>
              </a:ext>
            </a:extLst>
          </p:cNvPr>
          <p:cNvSpPr>
            <a:spLocks noGrp="1"/>
          </p:cNvSpPr>
          <p:nvPr>
            <p:ph type="body" sz="quarter" idx="27" hasCustomPrompt="1"/>
          </p:nvPr>
        </p:nvSpPr>
        <p:spPr>
          <a:xfrm>
            <a:off x="5271609" y="1025236"/>
            <a:ext cx="5162709" cy="420683"/>
          </a:xfrm>
          <a:prstGeom prst="rect">
            <a:avLst/>
          </a:prstGeom>
        </p:spPr>
        <p:txBody>
          <a:bodyPr rtlCol="0" anchor="b">
            <a:noAutofit/>
          </a:bodyPr>
          <a:lstStyle>
            <a:lvl1pPr marL="0" indent="0" algn="l">
              <a:lnSpc>
                <a:spcPct val="100000"/>
              </a:lnSpc>
              <a:buNone/>
              <a:defRPr lang="de-DE" sz="1800" b="1" i="0">
                <a:solidFill>
                  <a:schemeClr val="bg1"/>
                </a:solidFill>
                <a:latin typeface="+mn-lt"/>
                <a:cs typeface="Posterama" panose="020B0504020200020000" pitchFamily="34" charset="0"/>
              </a:defRPr>
            </a:lvl1pPr>
            <a:lvl2pPr>
              <a:defRPr lang="de-DE" sz="1000"/>
            </a:lvl2pPr>
            <a:lvl3pPr>
              <a:defRPr lang="de-DE" sz="900"/>
            </a:lvl3pPr>
            <a:lvl4pPr>
              <a:defRPr lang="de-DE" sz="800"/>
            </a:lvl4pPr>
            <a:lvl5pPr>
              <a:defRPr lang="de-DE" sz="800"/>
            </a:lvl5pPr>
          </a:lstStyle>
          <a:p>
            <a:pPr lvl="0" rtl="0"/>
            <a:r>
              <a:rPr lang="de-DE"/>
              <a:t>Titelmasterformat durch Klicken bearbeiten </a:t>
            </a:r>
          </a:p>
        </p:txBody>
      </p:sp>
      <p:sp>
        <p:nvSpPr>
          <p:cNvPr id="23" name="Inhaltsplatzhalter 47">
            <a:extLst>
              <a:ext uri="{FF2B5EF4-FFF2-40B4-BE49-F238E27FC236}">
                <a16:creationId xmlns:a16="http://schemas.microsoft.com/office/drawing/2014/main" id="{8CEB04CE-793E-47B4-8D80-9B82864F2CDF}"/>
              </a:ext>
            </a:extLst>
          </p:cNvPr>
          <p:cNvSpPr>
            <a:spLocks noGrp="1"/>
          </p:cNvSpPr>
          <p:nvPr>
            <p:ph type="body" sz="quarter" idx="28" hasCustomPrompt="1"/>
          </p:nvPr>
        </p:nvSpPr>
        <p:spPr>
          <a:xfrm>
            <a:off x="5271608" y="1469069"/>
            <a:ext cx="5162709" cy="1506166"/>
          </a:xfrm>
          <a:prstGeom prst="rect">
            <a:avLst/>
          </a:prstGeom>
        </p:spPr>
        <p:txBody>
          <a:bodyPr rtlCol="0">
            <a:noAutofit/>
          </a:bodyPr>
          <a:lstStyle>
            <a:lvl1pPr marL="228600" indent="-228600" algn="l">
              <a:lnSpc>
                <a:spcPct val="100000"/>
              </a:lnSpc>
              <a:spcBef>
                <a:spcPts val="0"/>
              </a:spcBef>
              <a:spcAft>
                <a:spcPts val="600"/>
              </a:spcAft>
              <a:buFont typeface="Arial" panose="020B0604020202020204" pitchFamily="34" charset="0"/>
              <a:buChar char="•"/>
              <a:defRPr lang="de-DE" sz="1400" b="0">
                <a:solidFill>
                  <a:schemeClr val="bg1"/>
                </a:solidFill>
                <a:latin typeface="+mn-lt"/>
              </a:defRPr>
            </a:lvl1pPr>
            <a:lvl2pPr>
              <a:defRPr lang="de-DE" sz="1000"/>
            </a:lvl2pPr>
            <a:lvl3pPr>
              <a:defRPr lang="de-DE" sz="900"/>
            </a:lvl3pPr>
            <a:lvl4pPr>
              <a:defRPr lang="de-DE" sz="800"/>
            </a:lvl4pPr>
            <a:lvl5pPr>
              <a:defRPr lang="de-DE" sz="800"/>
            </a:lvl5pPr>
          </a:lstStyle>
          <a:p>
            <a:pPr lvl="0" rtl="0"/>
            <a:r>
              <a:rPr lang="de-DE"/>
              <a:t>Textmasterformat durch Klicken bearbeiten </a:t>
            </a:r>
          </a:p>
        </p:txBody>
      </p:sp>
      <p:sp>
        <p:nvSpPr>
          <p:cNvPr id="24" name="Inhaltsplatzhalter 47" descr="Klicken Sie, um ein Bild hinzuzufügen.">
            <a:extLst>
              <a:ext uri="{FF2B5EF4-FFF2-40B4-BE49-F238E27FC236}">
                <a16:creationId xmlns:a16="http://schemas.microsoft.com/office/drawing/2014/main" id="{067BF8FD-2643-4122-BE3E-63F413244ECB}"/>
              </a:ext>
            </a:extLst>
          </p:cNvPr>
          <p:cNvSpPr>
            <a:spLocks noGrp="1"/>
          </p:cNvSpPr>
          <p:nvPr>
            <p:ph type="body" sz="quarter" idx="29" hasCustomPrompt="1"/>
          </p:nvPr>
        </p:nvSpPr>
        <p:spPr>
          <a:xfrm>
            <a:off x="5271609" y="2984685"/>
            <a:ext cx="5162709" cy="420683"/>
          </a:xfrm>
          <a:prstGeom prst="rect">
            <a:avLst/>
          </a:prstGeom>
        </p:spPr>
        <p:txBody>
          <a:bodyPr rtlCol="0" anchor="b">
            <a:noAutofit/>
          </a:bodyPr>
          <a:lstStyle>
            <a:lvl1pPr marL="0" indent="0" algn="l">
              <a:lnSpc>
                <a:spcPct val="100000"/>
              </a:lnSpc>
              <a:buNone/>
              <a:defRPr lang="de-DE" sz="1800" b="1" i="0">
                <a:solidFill>
                  <a:schemeClr val="bg1"/>
                </a:solidFill>
                <a:latin typeface="+mn-lt"/>
                <a:cs typeface="Posterama" panose="020B0504020200020000" pitchFamily="34" charset="0"/>
              </a:defRPr>
            </a:lvl1pPr>
            <a:lvl2pPr>
              <a:defRPr lang="de-DE" sz="1000"/>
            </a:lvl2pPr>
            <a:lvl3pPr>
              <a:defRPr lang="de-DE" sz="900"/>
            </a:lvl3pPr>
            <a:lvl4pPr>
              <a:defRPr lang="de-DE" sz="800"/>
            </a:lvl4pPr>
            <a:lvl5pPr>
              <a:defRPr lang="de-DE" sz="800"/>
            </a:lvl5pPr>
          </a:lstStyle>
          <a:p>
            <a:pPr lvl="0" rtl="0"/>
            <a:r>
              <a:rPr lang="de-DE"/>
              <a:t>Titelmasterformat durch Klicken bearbeiten </a:t>
            </a:r>
          </a:p>
        </p:txBody>
      </p:sp>
      <p:sp>
        <p:nvSpPr>
          <p:cNvPr id="26" name="Inhaltsplatzhalter 47" descr="Klicken Sie, um ein Bild hinzuzufügen.">
            <a:extLst>
              <a:ext uri="{FF2B5EF4-FFF2-40B4-BE49-F238E27FC236}">
                <a16:creationId xmlns:a16="http://schemas.microsoft.com/office/drawing/2014/main" id="{02260D10-FEA1-48A7-B544-FAEEAECF5DE2}"/>
              </a:ext>
            </a:extLst>
          </p:cNvPr>
          <p:cNvSpPr>
            <a:spLocks noGrp="1"/>
          </p:cNvSpPr>
          <p:nvPr>
            <p:ph type="body" sz="quarter" idx="31" hasCustomPrompt="1"/>
          </p:nvPr>
        </p:nvSpPr>
        <p:spPr>
          <a:xfrm>
            <a:off x="5271607" y="4597473"/>
            <a:ext cx="5162709" cy="421399"/>
          </a:xfrm>
          <a:prstGeom prst="rect">
            <a:avLst/>
          </a:prstGeom>
        </p:spPr>
        <p:txBody>
          <a:bodyPr rtlCol="0" anchor="b">
            <a:noAutofit/>
          </a:bodyPr>
          <a:lstStyle>
            <a:lvl1pPr marL="0" indent="0" algn="l">
              <a:lnSpc>
                <a:spcPct val="100000"/>
              </a:lnSpc>
              <a:buNone/>
              <a:defRPr lang="de-DE" sz="1800" b="1" i="0">
                <a:solidFill>
                  <a:schemeClr val="bg1"/>
                </a:solidFill>
                <a:latin typeface="+mn-lt"/>
                <a:cs typeface="Posterama" panose="020B0504020200020000" pitchFamily="34" charset="0"/>
              </a:defRPr>
            </a:lvl1pPr>
            <a:lvl2pPr>
              <a:defRPr lang="de-DE" sz="1000"/>
            </a:lvl2pPr>
            <a:lvl3pPr>
              <a:defRPr lang="de-DE" sz="900"/>
            </a:lvl3pPr>
            <a:lvl4pPr>
              <a:defRPr lang="de-DE" sz="800"/>
            </a:lvl4pPr>
            <a:lvl5pPr>
              <a:defRPr lang="de-DE" sz="800"/>
            </a:lvl5pPr>
          </a:lstStyle>
          <a:p>
            <a:pPr lvl="0" rtl="0"/>
            <a:r>
              <a:rPr lang="de-DE"/>
              <a:t>Titelmasterformat durch Klicken bearbeiten </a:t>
            </a:r>
          </a:p>
        </p:txBody>
      </p:sp>
      <p:sp>
        <p:nvSpPr>
          <p:cNvPr id="20" name="Inhaltsplatzhalter 47">
            <a:extLst>
              <a:ext uri="{FF2B5EF4-FFF2-40B4-BE49-F238E27FC236}">
                <a16:creationId xmlns:a16="http://schemas.microsoft.com/office/drawing/2014/main" id="{64584B30-8BCF-4D75-8A6C-FD82347CC7B6}"/>
              </a:ext>
            </a:extLst>
          </p:cNvPr>
          <p:cNvSpPr>
            <a:spLocks noGrp="1"/>
          </p:cNvSpPr>
          <p:nvPr>
            <p:ph type="body" sz="quarter" idx="34" hasCustomPrompt="1"/>
          </p:nvPr>
        </p:nvSpPr>
        <p:spPr>
          <a:xfrm>
            <a:off x="5271608" y="3419684"/>
            <a:ext cx="5162709" cy="1177789"/>
          </a:xfrm>
          <a:prstGeom prst="rect">
            <a:avLst/>
          </a:prstGeom>
        </p:spPr>
        <p:txBody>
          <a:bodyPr rtlCol="0">
            <a:noAutofit/>
          </a:bodyPr>
          <a:lstStyle>
            <a:lvl1pPr marL="228600" indent="-228600" algn="l">
              <a:lnSpc>
                <a:spcPct val="100000"/>
              </a:lnSpc>
              <a:spcBef>
                <a:spcPts val="0"/>
              </a:spcBef>
              <a:spcAft>
                <a:spcPts val="600"/>
              </a:spcAft>
              <a:buFont typeface="Arial" panose="020B0604020202020204" pitchFamily="34" charset="0"/>
              <a:buChar char="•"/>
              <a:defRPr lang="de-DE" sz="1400" b="0">
                <a:solidFill>
                  <a:schemeClr val="bg1"/>
                </a:solidFill>
                <a:latin typeface="+mn-lt"/>
              </a:defRPr>
            </a:lvl1pPr>
            <a:lvl2pPr>
              <a:defRPr lang="de-DE" sz="1000"/>
            </a:lvl2pPr>
            <a:lvl3pPr>
              <a:defRPr lang="de-DE" sz="900"/>
            </a:lvl3pPr>
            <a:lvl4pPr>
              <a:defRPr lang="de-DE" sz="800"/>
            </a:lvl4pPr>
            <a:lvl5pPr>
              <a:defRPr lang="de-DE" sz="800"/>
            </a:lvl5pPr>
          </a:lstStyle>
          <a:p>
            <a:pPr lvl="0" rtl="0"/>
            <a:r>
              <a:rPr lang="de-DE"/>
              <a:t>Textmasterformat durch Klicken bearbeiten </a:t>
            </a:r>
          </a:p>
        </p:txBody>
      </p:sp>
      <p:sp>
        <p:nvSpPr>
          <p:cNvPr id="28" name="Inhaltsplatzhalter 47">
            <a:extLst>
              <a:ext uri="{FF2B5EF4-FFF2-40B4-BE49-F238E27FC236}">
                <a16:creationId xmlns:a16="http://schemas.microsoft.com/office/drawing/2014/main" id="{A4A25056-27FA-4039-ACFA-6624F778712A}"/>
              </a:ext>
            </a:extLst>
          </p:cNvPr>
          <p:cNvSpPr>
            <a:spLocks noGrp="1"/>
          </p:cNvSpPr>
          <p:nvPr>
            <p:ph type="body" sz="quarter" idx="35" hasCustomPrompt="1"/>
          </p:nvPr>
        </p:nvSpPr>
        <p:spPr>
          <a:xfrm>
            <a:off x="5271608" y="5041922"/>
            <a:ext cx="5162709" cy="1635938"/>
          </a:xfrm>
          <a:prstGeom prst="rect">
            <a:avLst/>
          </a:prstGeom>
        </p:spPr>
        <p:txBody>
          <a:bodyPr rtlCol="0">
            <a:noAutofit/>
          </a:bodyPr>
          <a:lstStyle>
            <a:lvl1pPr marL="228600" indent="-228600" algn="l">
              <a:lnSpc>
                <a:spcPct val="100000"/>
              </a:lnSpc>
              <a:spcBef>
                <a:spcPts val="0"/>
              </a:spcBef>
              <a:spcAft>
                <a:spcPts val="600"/>
              </a:spcAft>
              <a:buFont typeface="Arial" panose="020B0604020202020204" pitchFamily="34" charset="0"/>
              <a:buChar char="•"/>
              <a:defRPr lang="de-DE" sz="1400" b="0">
                <a:solidFill>
                  <a:schemeClr val="bg1"/>
                </a:solidFill>
                <a:latin typeface="+mn-lt"/>
              </a:defRPr>
            </a:lvl1pPr>
            <a:lvl2pPr>
              <a:defRPr lang="de-DE" sz="1000"/>
            </a:lvl2pPr>
            <a:lvl3pPr>
              <a:defRPr lang="de-DE" sz="900"/>
            </a:lvl3pPr>
            <a:lvl4pPr>
              <a:defRPr lang="de-DE" sz="800"/>
            </a:lvl4pPr>
            <a:lvl5pPr>
              <a:defRPr lang="de-DE" sz="800"/>
            </a:lvl5pPr>
          </a:lstStyle>
          <a:p>
            <a:pPr lvl="0" rtl="0"/>
            <a:r>
              <a:rPr lang="de-DE"/>
              <a:t>Textmasterformat durch Klicken bearbeiten </a:t>
            </a:r>
          </a:p>
        </p:txBody>
      </p:sp>
      <p:sp>
        <p:nvSpPr>
          <p:cNvPr id="27" name="Freihandform: Form 24">
            <a:extLst>
              <a:ext uri="{FF2B5EF4-FFF2-40B4-BE49-F238E27FC236}">
                <a16:creationId xmlns:a16="http://schemas.microsoft.com/office/drawing/2014/main" id="{A23F9759-CF52-CE45-5E22-9678534685A7}"/>
              </a:ext>
            </a:extLst>
          </p:cNvPr>
          <p:cNvSpPr/>
          <p:nvPr userDrawn="1"/>
        </p:nvSpPr>
        <p:spPr>
          <a:xfrm flipH="1">
            <a:off x="2631891" y="4699053"/>
            <a:ext cx="668814" cy="784693"/>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de-DE"/>
            </a:defPPr>
          </a:lstStyle>
          <a:p>
            <a:pPr algn="ctr" rtl="0"/>
            <a:endParaRPr lang="de-DE"/>
          </a:p>
        </p:txBody>
      </p:sp>
      <p:sp>
        <p:nvSpPr>
          <p:cNvPr id="6" name="Titel 5">
            <a:extLst>
              <a:ext uri="{FF2B5EF4-FFF2-40B4-BE49-F238E27FC236}">
                <a16:creationId xmlns:a16="http://schemas.microsoft.com/office/drawing/2014/main" id="{5D84FCC1-368D-680C-31AA-597C3AAF4232}"/>
              </a:ext>
            </a:extLst>
          </p:cNvPr>
          <p:cNvSpPr>
            <a:spLocks noGrp="1"/>
          </p:cNvSpPr>
          <p:nvPr>
            <p:ph type="title"/>
          </p:nvPr>
        </p:nvSpPr>
        <p:spPr>
          <a:xfrm>
            <a:off x="502665" y="707105"/>
            <a:ext cx="3994173" cy="2277580"/>
          </a:xfrm>
        </p:spPr>
        <p:txBody>
          <a:bodyPr rtlCol="0" anchor="t">
            <a:noAutofit/>
          </a:bodyPr>
          <a:lstStyle>
            <a:defPPr>
              <a:defRPr lang="de-DE"/>
            </a:defPPr>
          </a:lstStyle>
          <a:p>
            <a:pPr rtl="0"/>
            <a:r>
              <a:rPr lang="de-DE"/>
              <a:t>Mastertitelformat bearbeiten</a:t>
            </a:r>
          </a:p>
        </p:txBody>
      </p:sp>
      <p:sp>
        <p:nvSpPr>
          <p:cNvPr id="18" name="Bildplatzhalter 2">
            <a:extLst>
              <a:ext uri="{FF2B5EF4-FFF2-40B4-BE49-F238E27FC236}">
                <a16:creationId xmlns:a16="http://schemas.microsoft.com/office/drawing/2014/main" id="{E53E8C9F-CD73-30CD-1F24-20F2E6149D58}"/>
              </a:ext>
            </a:extLst>
          </p:cNvPr>
          <p:cNvSpPr>
            <a:spLocks noGrp="1"/>
          </p:cNvSpPr>
          <p:nvPr>
            <p:ph type="pic" sz="quarter" idx="36"/>
          </p:nvPr>
        </p:nvSpPr>
        <p:spPr>
          <a:xfrm>
            <a:off x="4734172" y="1141669"/>
            <a:ext cx="507778" cy="565882"/>
          </a:xfrm>
        </p:spPr>
        <p:txBody>
          <a:bodyPr lIns="0" rIns="0" rtlCol="0"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de-DE" sz="800">
                <a:latin typeface="Abadi" panose="020B0604020104020204" pitchFamily="34" charset="0"/>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lang="de-DE"/>
            </a:pPr>
            <a:r>
              <a:rPr lang="de-DE"/>
              <a:t>Bild durch Klicken auf Symbol hinzufügen</a:t>
            </a:r>
          </a:p>
        </p:txBody>
      </p:sp>
      <p:sp>
        <p:nvSpPr>
          <p:cNvPr id="19" name="Bildplatzhalter 2">
            <a:extLst>
              <a:ext uri="{FF2B5EF4-FFF2-40B4-BE49-F238E27FC236}">
                <a16:creationId xmlns:a16="http://schemas.microsoft.com/office/drawing/2014/main" id="{CE61E189-349E-0076-EA43-7BCB6E24CE86}"/>
              </a:ext>
            </a:extLst>
          </p:cNvPr>
          <p:cNvSpPr>
            <a:spLocks noGrp="1"/>
          </p:cNvSpPr>
          <p:nvPr>
            <p:ph type="pic" sz="quarter" idx="37"/>
          </p:nvPr>
        </p:nvSpPr>
        <p:spPr>
          <a:xfrm>
            <a:off x="4724705" y="3105650"/>
            <a:ext cx="536270" cy="565882"/>
          </a:xfrm>
        </p:spPr>
        <p:txBody>
          <a:bodyPr lIns="0" rIns="0" rtlCol="0"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de-DE" sz="800">
                <a:latin typeface="Abadi" panose="020B0604020104020204" pitchFamily="34" charset="0"/>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lang="de-DE"/>
            </a:pPr>
            <a:r>
              <a:rPr lang="de-DE"/>
              <a:t>Bild durch Klicken auf Symbol hinzufügen</a:t>
            </a:r>
          </a:p>
        </p:txBody>
      </p:sp>
      <p:sp>
        <p:nvSpPr>
          <p:cNvPr id="21" name="Bildplatzhalter 2">
            <a:extLst>
              <a:ext uri="{FF2B5EF4-FFF2-40B4-BE49-F238E27FC236}">
                <a16:creationId xmlns:a16="http://schemas.microsoft.com/office/drawing/2014/main" id="{68B04572-5D47-C3DF-CDEA-15EC646EA8FE}"/>
              </a:ext>
            </a:extLst>
          </p:cNvPr>
          <p:cNvSpPr>
            <a:spLocks noGrp="1"/>
          </p:cNvSpPr>
          <p:nvPr>
            <p:ph type="pic" sz="quarter" idx="38"/>
          </p:nvPr>
        </p:nvSpPr>
        <p:spPr>
          <a:xfrm>
            <a:off x="4714069" y="4716041"/>
            <a:ext cx="536270" cy="565882"/>
          </a:xfrm>
        </p:spPr>
        <p:txBody>
          <a:bodyPr lIns="0" rIns="0" rtlCol="0"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de-DE" sz="800">
                <a:latin typeface="Abadi" panose="020B0604020104020204" pitchFamily="34" charset="0"/>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lang="de-DE"/>
            </a:pPr>
            <a:r>
              <a:rPr lang="de-DE"/>
              <a:t>Bild durch Klicken auf Symbol hinzufügen</a:t>
            </a:r>
          </a:p>
        </p:txBody>
      </p:sp>
      <p:sp>
        <p:nvSpPr>
          <p:cNvPr id="5" name="Foliennummernplatzhalter 4">
            <a:extLst>
              <a:ext uri="{FF2B5EF4-FFF2-40B4-BE49-F238E27FC236}">
                <a16:creationId xmlns:a16="http://schemas.microsoft.com/office/drawing/2014/main" id="{2446A453-65E1-B688-A3F9-EA0AA347DDEA}"/>
              </a:ext>
            </a:extLst>
          </p:cNvPr>
          <p:cNvSpPr>
            <a:spLocks noGrp="1"/>
          </p:cNvSpPr>
          <p:nvPr>
            <p:ph type="sldNum" sz="quarter" idx="40"/>
          </p:nvPr>
        </p:nvSpPr>
        <p:spPr/>
        <p:txBody>
          <a:bodyPr rtlCol="0">
            <a:noAutofit/>
          </a:bodyPr>
          <a:lstStyle>
            <a:defPPr>
              <a:defRPr lang="de-DE"/>
            </a:defPPr>
          </a:lstStyle>
          <a:p>
            <a:pPr rtl="0"/>
            <a:fld id="{47FEACEE-25B4-4A2D-B147-27296E36371D}" type="slidenum">
              <a:rPr lang="de-DE" altLang="zh-CN" noProof="0" smtClean="0"/>
              <a:pPr rtl="0"/>
              <a:t>‹#›</a:t>
            </a:fld>
            <a:endParaRPr lang="de-DE" altLang="zh-CN" noProof="0"/>
          </a:p>
        </p:txBody>
      </p:sp>
    </p:spTree>
    <p:extLst>
      <p:ext uri="{BB962C8B-B14F-4D97-AF65-F5344CB8AC3E}">
        <p14:creationId xmlns:p14="http://schemas.microsoft.com/office/powerpoint/2010/main" val="266211375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Zusammenfassung">
    <p:spTree>
      <p:nvGrpSpPr>
        <p:cNvPr id="1" name=""/>
        <p:cNvGrpSpPr/>
        <p:nvPr/>
      </p:nvGrpSpPr>
      <p:grpSpPr>
        <a:xfrm>
          <a:off x="0" y="0"/>
          <a:ext cx="0" cy="0"/>
          <a:chOff x="0" y="0"/>
          <a:chExt cx="0" cy="0"/>
        </a:xfrm>
      </p:grpSpPr>
      <p:sp>
        <p:nvSpPr>
          <p:cNvPr id="8" name="Inhaltsplatzhalter 47">
            <a:extLst>
              <a:ext uri="{FF2B5EF4-FFF2-40B4-BE49-F238E27FC236}">
                <a16:creationId xmlns:a16="http://schemas.microsoft.com/office/drawing/2014/main" id="{3EDD8D3E-653B-4A9E-9868-3B013A65FE9F}"/>
              </a:ext>
            </a:extLst>
          </p:cNvPr>
          <p:cNvSpPr>
            <a:spLocks noGrp="1"/>
          </p:cNvSpPr>
          <p:nvPr>
            <p:ph type="pic" sz="quarter" idx="48"/>
          </p:nvPr>
        </p:nvSpPr>
        <p:spPr>
          <a:xfrm>
            <a:off x="7493157" y="529148"/>
            <a:ext cx="4248873" cy="473113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ln w="19050">
            <a:solidFill>
              <a:schemeClr val="tx1"/>
            </a:solidFill>
          </a:ln>
        </p:spPr>
        <p:txBody>
          <a:bodyPr rtlCol="0" anchor="ctr">
            <a:noAutofit/>
          </a:bodyPr>
          <a:lstStyle>
            <a:lvl1pPr marL="0" indent="0" algn="ctr">
              <a:buNone/>
              <a:defRPr lang="de-DE">
                <a:solidFill>
                  <a:schemeClr val="bg1"/>
                </a:solidFill>
              </a:defRPr>
            </a:lvl1pPr>
          </a:lstStyle>
          <a:p>
            <a:pPr rtl="0"/>
            <a:r>
              <a:rPr lang="de-DE"/>
              <a:t>Bild durch Klicken auf Symbol hinzufügen</a:t>
            </a:r>
            <a:endParaRPr lang="de-DE" altLang="en-US"/>
          </a:p>
        </p:txBody>
      </p:sp>
      <p:sp>
        <p:nvSpPr>
          <p:cNvPr id="18" name="Inhaltsplatzhalter 47">
            <a:extLst>
              <a:ext uri="{FF2B5EF4-FFF2-40B4-BE49-F238E27FC236}">
                <a16:creationId xmlns:a16="http://schemas.microsoft.com/office/drawing/2014/main" id="{DD4E6A9F-7400-917B-6A6B-6BAB445E85FA}"/>
              </a:ext>
            </a:extLst>
          </p:cNvPr>
          <p:cNvSpPr>
            <a:spLocks noGrp="1"/>
          </p:cNvSpPr>
          <p:nvPr>
            <p:ph type="body" sz="quarter" idx="28" hasCustomPrompt="1"/>
          </p:nvPr>
        </p:nvSpPr>
        <p:spPr>
          <a:xfrm>
            <a:off x="517427" y="3253120"/>
            <a:ext cx="4959822" cy="2007158"/>
          </a:xfrm>
          <a:prstGeom prst="rect">
            <a:avLst/>
          </a:prstGeom>
        </p:spPr>
        <p:txBody>
          <a:bodyPr rtlCol="0">
            <a:noAutofit/>
          </a:bodyPr>
          <a:lstStyle>
            <a:lvl1pPr marL="0" indent="0">
              <a:lnSpc>
                <a:spcPct val="100000"/>
              </a:lnSpc>
              <a:buNone/>
              <a:defRPr lang="de-DE" sz="1500" b="0">
                <a:solidFill>
                  <a:schemeClr val="bg1"/>
                </a:solidFill>
                <a:latin typeface="+mn-lt"/>
              </a:defRPr>
            </a:lvl1pPr>
            <a:lvl2pPr>
              <a:defRPr lang="de-DE" sz="1000"/>
            </a:lvl2pPr>
            <a:lvl3pPr>
              <a:defRPr lang="de-DE" sz="900"/>
            </a:lvl3pPr>
            <a:lvl4pPr>
              <a:defRPr lang="de-DE" sz="800"/>
            </a:lvl4pPr>
            <a:lvl5pPr>
              <a:defRPr lang="de-DE" sz="800"/>
            </a:lvl5pPr>
          </a:lstStyle>
          <a:p>
            <a:pPr lvl="0" rtl="0"/>
            <a:r>
              <a:rPr lang="de-DE"/>
              <a:t>Textmasterformat durch Klicken bearbeiten </a:t>
            </a:r>
          </a:p>
        </p:txBody>
      </p:sp>
      <p:sp>
        <p:nvSpPr>
          <p:cNvPr id="19" name="Freihandform: Form 25">
            <a:extLst>
              <a:ext uri="{FF2B5EF4-FFF2-40B4-BE49-F238E27FC236}">
                <a16:creationId xmlns:a16="http://schemas.microsoft.com/office/drawing/2014/main" id="{D7BBD3E8-D5DD-C21F-3792-4880373CCDCC}"/>
              </a:ext>
            </a:extLst>
          </p:cNvPr>
          <p:cNvSpPr/>
          <p:nvPr userDrawn="1"/>
        </p:nvSpPr>
        <p:spPr>
          <a:xfrm flipH="1">
            <a:off x="7400972" y="4594440"/>
            <a:ext cx="1347680" cy="158117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de-DE"/>
            </a:defPPr>
          </a:lstStyle>
          <a:p>
            <a:pPr algn="ctr" rtl="0"/>
            <a:endParaRPr lang="de-DE"/>
          </a:p>
        </p:txBody>
      </p:sp>
      <p:sp>
        <p:nvSpPr>
          <p:cNvPr id="20" name="Freihandform: Form 11">
            <a:extLst>
              <a:ext uri="{FF2B5EF4-FFF2-40B4-BE49-F238E27FC236}">
                <a16:creationId xmlns:a16="http://schemas.microsoft.com/office/drawing/2014/main" id="{FC461D80-0CAC-62E5-726A-63B48BEF3F25}"/>
              </a:ext>
            </a:extLst>
          </p:cNvPr>
          <p:cNvSpPr/>
          <p:nvPr userDrawn="1"/>
        </p:nvSpPr>
        <p:spPr>
          <a:xfrm>
            <a:off x="6521016" y="4772906"/>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2"/>
          </a:solidFill>
          <a:ln w="12700" cap="flat" cmpd="sng" algn="ctr">
            <a:noFill/>
            <a:prstDash val="solid"/>
            <a:miter lim="800000"/>
          </a:ln>
          <a:effectLst/>
        </p:spPr>
        <p:txBody>
          <a:bodyPr rtlCol="0" anchor="ctr">
            <a:noAutofit/>
          </a:bodyPr>
          <a:lstStyle>
            <a:defPPr>
              <a:defRPr lang="de-DE"/>
            </a:defPPr>
          </a:lstStyle>
          <a:p>
            <a:pPr marL="0" marR="0" lvl="0" indent="0" algn="ctr" defTabSz="914400" rtl="0" eaLnBrk="1" fontAlgn="auto" latinLnBrk="0" hangingPunct="1">
              <a:lnSpc>
                <a:spcPct val="100000"/>
              </a:lnSpc>
              <a:spcBef>
                <a:spcPts val="0"/>
              </a:spcBef>
              <a:spcAft>
                <a:spcPts val="0"/>
              </a:spcAft>
              <a:buClrTx/>
              <a:buSzTx/>
              <a:buFontTx/>
              <a:buNone/>
              <a:tabLst/>
              <a:defRPr lang="de-DE"/>
            </a:pPr>
            <a:endParaRPr kumimoji="0" lang="de-DE" sz="1800" b="0" i="0" u="none" strike="noStrike" kern="0" cap="none" spc="0" normalizeH="0" baseline="0" noProof="0">
              <a:ln>
                <a:noFill/>
              </a:ln>
              <a:solidFill>
                <a:prstClr val="white"/>
              </a:solidFill>
              <a:effectLst/>
              <a:uLnTx/>
              <a:uFillTx/>
              <a:latin typeface="Posterama Text SemiBold"/>
              <a:ea typeface="+mn-ea"/>
              <a:cs typeface="+mn-cs"/>
            </a:endParaRPr>
          </a:p>
        </p:txBody>
      </p:sp>
      <p:sp>
        <p:nvSpPr>
          <p:cNvPr id="3" name="Titel 2">
            <a:extLst>
              <a:ext uri="{FF2B5EF4-FFF2-40B4-BE49-F238E27FC236}">
                <a16:creationId xmlns:a16="http://schemas.microsoft.com/office/drawing/2014/main" id="{D4944167-AFE9-AE61-AF44-B9AEE24D17D8}"/>
              </a:ext>
            </a:extLst>
          </p:cNvPr>
          <p:cNvSpPr>
            <a:spLocks noGrp="1"/>
          </p:cNvSpPr>
          <p:nvPr>
            <p:ph type="title"/>
          </p:nvPr>
        </p:nvSpPr>
        <p:spPr>
          <a:xfrm>
            <a:off x="517427" y="2497488"/>
            <a:ext cx="9823998" cy="1325563"/>
          </a:xfrm>
        </p:spPr>
        <p:txBody>
          <a:bodyPr rtlCol="0" anchor="t">
            <a:noAutofit/>
          </a:bodyPr>
          <a:lstStyle>
            <a:defPPr>
              <a:defRPr lang="de-DE"/>
            </a:defPPr>
          </a:lstStyle>
          <a:p>
            <a:pPr rtl="0"/>
            <a:r>
              <a:rPr lang="de-DE"/>
              <a:t>Mastertitelformat bearbeiten</a:t>
            </a:r>
          </a:p>
        </p:txBody>
      </p:sp>
      <p:sp>
        <p:nvSpPr>
          <p:cNvPr id="2" name="Fußzeilenplatzhalter 1">
            <a:extLst>
              <a:ext uri="{FF2B5EF4-FFF2-40B4-BE49-F238E27FC236}">
                <a16:creationId xmlns:a16="http://schemas.microsoft.com/office/drawing/2014/main" id="{47268D53-92DA-7335-4DAB-83485CAF3FE9}"/>
              </a:ext>
            </a:extLst>
          </p:cNvPr>
          <p:cNvSpPr>
            <a:spLocks noGrp="1"/>
          </p:cNvSpPr>
          <p:nvPr>
            <p:ph type="ftr" sz="quarter" idx="49"/>
          </p:nvPr>
        </p:nvSpPr>
        <p:spPr/>
        <p:txBody>
          <a:bodyPr rtlCol="0">
            <a:noAutofit/>
          </a:bodyPr>
          <a:lstStyle>
            <a:defPPr>
              <a:defRPr lang="de-DE"/>
            </a:defPPr>
          </a:lstStyle>
          <a:p>
            <a:pPr rtl="0"/>
            <a:r>
              <a:rPr lang="de-DE" noProof="0"/>
              <a:t>Präsentationstitel</a:t>
            </a:r>
          </a:p>
        </p:txBody>
      </p:sp>
      <p:sp>
        <p:nvSpPr>
          <p:cNvPr id="6" name="Foliennummernplatzhalter 5">
            <a:extLst>
              <a:ext uri="{FF2B5EF4-FFF2-40B4-BE49-F238E27FC236}">
                <a16:creationId xmlns:a16="http://schemas.microsoft.com/office/drawing/2014/main" id="{9F9FCB16-3643-AB04-D20E-A14FFE07F67C}"/>
              </a:ext>
            </a:extLst>
          </p:cNvPr>
          <p:cNvSpPr>
            <a:spLocks noGrp="1"/>
          </p:cNvSpPr>
          <p:nvPr>
            <p:ph type="sldNum" sz="quarter" idx="50"/>
          </p:nvPr>
        </p:nvSpPr>
        <p:spPr/>
        <p:txBody>
          <a:bodyPr rtlCol="0">
            <a:noAutofit/>
          </a:bodyPr>
          <a:lstStyle>
            <a:defPPr>
              <a:defRPr lang="de-DE"/>
            </a:defPPr>
          </a:lstStyle>
          <a:p>
            <a:pPr rtl="0"/>
            <a:fld id="{47FEACEE-25B4-4A2D-B147-27296E36371D}" type="slidenum">
              <a:rPr lang="de-DE" altLang="zh-CN" noProof="0" smtClean="0"/>
              <a:pPr rtl="0"/>
              <a:t>‹#›</a:t>
            </a:fld>
            <a:endParaRPr lang="de-DE" altLang="zh-CN" noProof="0"/>
          </a:p>
        </p:txBody>
      </p:sp>
    </p:spTree>
    <p:extLst>
      <p:ext uri="{BB962C8B-B14F-4D97-AF65-F5344CB8AC3E}">
        <p14:creationId xmlns:p14="http://schemas.microsoft.com/office/powerpoint/2010/main" val="321327664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anke">
    <p:spTree>
      <p:nvGrpSpPr>
        <p:cNvPr id="1" name=""/>
        <p:cNvGrpSpPr/>
        <p:nvPr/>
      </p:nvGrpSpPr>
      <p:grpSpPr>
        <a:xfrm>
          <a:off x="0" y="0"/>
          <a:ext cx="0" cy="0"/>
          <a:chOff x="0" y="0"/>
          <a:chExt cx="0" cy="0"/>
        </a:xfrm>
      </p:grpSpPr>
      <p:sp>
        <p:nvSpPr>
          <p:cNvPr id="47" name="Freihandform 46">
            <a:extLst>
              <a:ext uri="{FF2B5EF4-FFF2-40B4-BE49-F238E27FC236}">
                <a16:creationId xmlns:a16="http://schemas.microsoft.com/office/drawing/2014/main" id="{39B50CEE-D9F9-B5CD-C274-BEAA5EAB37E3}"/>
              </a:ext>
            </a:extLst>
          </p:cNvPr>
          <p:cNvSpPr/>
          <p:nvPr userDrawn="1"/>
        </p:nvSpPr>
        <p:spPr>
          <a:xfrm>
            <a:off x="410352" y="12435"/>
            <a:ext cx="1455521" cy="1019127"/>
          </a:xfrm>
          <a:custGeom>
            <a:avLst/>
            <a:gdLst>
              <a:gd name="connsiteX0" fmla="*/ 219223 w 1455521"/>
              <a:gd name="connsiteY0" fmla="*/ 0 h 1019127"/>
              <a:gd name="connsiteX1" fmla="*/ 1236298 w 1455521"/>
              <a:gd name="connsiteY1" fmla="*/ 0 h 1019127"/>
              <a:gd name="connsiteX2" fmla="*/ 1455521 w 1455521"/>
              <a:gd name="connsiteY2" fmla="*/ 385779 h 1019127"/>
              <a:gd name="connsiteX3" fmla="*/ 1095615 w 1455521"/>
              <a:gd name="connsiteY3" fmla="*/ 1019127 h 1019127"/>
              <a:gd name="connsiteX4" fmla="*/ 359906 w 1455521"/>
              <a:gd name="connsiteY4" fmla="*/ 1019127 h 1019127"/>
              <a:gd name="connsiteX5" fmla="*/ 0 w 1455521"/>
              <a:gd name="connsiteY5" fmla="*/ 385779 h 1019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1019127">
                <a:moveTo>
                  <a:pt x="219223" y="0"/>
                </a:moveTo>
                <a:lnTo>
                  <a:pt x="1236298" y="0"/>
                </a:lnTo>
                <a:lnTo>
                  <a:pt x="1455521" y="385779"/>
                </a:lnTo>
                <a:lnTo>
                  <a:pt x="1095615" y="1019127"/>
                </a:lnTo>
                <a:lnTo>
                  <a:pt x="359906" y="1019127"/>
                </a:lnTo>
                <a:lnTo>
                  <a:pt x="0" y="385779"/>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de-DE"/>
            </a:defPPr>
          </a:lstStyle>
          <a:p>
            <a:pPr algn="ctr" rtl="0"/>
            <a:endParaRPr lang="de-DE"/>
          </a:p>
        </p:txBody>
      </p:sp>
      <p:sp>
        <p:nvSpPr>
          <p:cNvPr id="9" name="Sechseck 15">
            <a:extLst>
              <a:ext uri="{FF2B5EF4-FFF2-40B4-BE49-F238E27FC236}">
                <a16:creationId xmlns:a16="http://schemas.microsoft.com/office/drawing/2014/main" id="{93831F6E-A0DA-46E5-AF13-ED5D9ABF108D}"/>
              </a:ext>
            </a:extLst>
          </p:cNvPr>
          <p:cNvSpPr/>
          <p:nvPr userDrawn="1"/>
        </p:nvSpPr>
        <p:spPr>
          <a:xfrm>
            <a:off x="1579486" y="450004"/>
            <a:ext cx="1455521" cy="1266696"/>
          </a:xfrm>
          <a:prstGeom prst="hexagon">
            <a:avLst>
              <a:gd name="adj" fmla="val 28413"/>
              <a:gd name="vf" fmla="val 115470"/>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de-DE"/>
            </a:defPPr>
          </a:lstStyle>
          <a:p>
            <a:pPr algn="ctr" rtl="0"/>
            <a:endParaRPr lang="de-DE"/>
          </a:p>
        </p:txBody>
      </p:sp>
      <p:sp>
        <p:nvSpPr>
          <p:cNvPr id="10" name="Sechseck 17">
            <a:extLst>
              <a:ext uri="{FF2B5EF4-FFF2-40B4-BE49-F238E27FC236}">
                <a16:creationId xmlns:a16="http://schemas.microsoft.com/office/drawing/2014/main" id="{18B06ECC-5FA7-4ACA-86BF-694240D0C05B}"/>
              </a:ext>
            </a:extLst>
          </p:cNvPr>
          <p:cNvSpPr/>
          <p:nvPr userDrawn="1"/>
        </p:nvSpPr>
        <p:spPr>
          <a:xfrm>
            <a:off x="412218" y="1136470"/>
            <a:ext cx="1455521" cy="1266696"/>
          </a:xfrm>
          <a:prstGeom prst="hexagon">
            <a:avLst>
              <a:gd name="adj" fmla="val 28413"/>
              <a:gd name="vf" fmla="val 11547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de-DE"/>
            </a:defPPr>
          </a:lstStyle>
          <a:p>
            <a:pPr algn="ctr" rtl="0"/>
            <a:endParaRPr lang="de-DE"/>
          </a:p>
        </p:txBody>
      </p:sp>
      <p:sp>
        <p:nvSpPr>
          <p:cNvPr id="11" name="Sechseck 19">
            <a:extLst>
              <a:ext uri="{FF2B5EF4-FFF2-40B4-BE49-F238E27FC236}">
                <a16:creationId xmlns:a16="http://schemas.microsoft.com/office/drawing/2014/main" id="{089AA305-8FFC-46A5-B806-D5D78320D0CD}"/>
              </a:ext>
            </a:extLst>
          </p:cNvPr>
          <p:cNvSpPr/>
          <p:nvPr userDrawn="1"/>
        </p:nvSpPr>
        <p:spPr>
          <a:xfrm>
            <a:off x="1580070" y="1812437"/>
            <a:ext cx="1455521" cy="1266696"/>
          </a:xfrm>
          <a:prstGeom prst="hexagon">
            <a:avLst>
              <a:gd name="adj" fmla="val 28413"/>
              <a:gd name="vf" fmla="val 11547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de-DE"/>
            </a:defPPr>
          </a:lstStyle>
          <a:p>
            <a:pPr algn="ctr" rtl="0"/>
            <a:endParaRPr lang="de-DE"/>
          </a:p>
        </p:txBody>
      </p:sp>
      <p:sp>
        <p:nvSpPr>
          <p:cNvPr id="12" name="Sechseck 21">
            <a:extLst>
              <a:ext uri="{FF2B5EF4-FFF2-40B4-BE49-F238E27FC236}">
                <a16:creationId xmlns:a16="http://schemas.microsoft.com/office/drawing/2014/main" id="{DB2D65ED-32BC-44B2-92F3-E16717051CA1}"/>
              </a:ext>
            </a:extLst>
          </p:cNvPr>
          <p:cNvSpPr/>
          <p:nvPr userDrawn="1"/>
        </p:nvSpPr>
        <p:spPr>
          <a:xfrm>
            <a:off x="3953772" y="4582171"/>
            <a:ext cx="1455521" cy="1266696"/>
          </a:xfrm>
          <a:prstGeom prst="hexagon">
            <a:avLst>
              <a:gd name="adj" fmla="val 28413"/>
              <a:gd name="vf" fmla="val 115470"/>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de-DE"/>
            </a:defPPr>
          </a:lstStyle>
          <a:p>
            <a:pPr algn="ctr" rtl="0"/>
            <a:endParaRPr lang="de-DE"/>
          </a:p>
        </p:txBody>
      </p:sp>
      <p:sp>
        <p:nvSpPr>
          <p:cNvPr id="44" name="Freihandform 43">
            <a:extLst>
              <a:ext uri="{FF2B5EF4-FFF2-40B4-BE49-F238E27FC236}">
                <a16:creationId xmlns:a16="http://schemas.microsoft.com/office/drawing/2014/main" id="{6100186E-95B0-AB29-6F1D-DBFBAA566DB2}"/>
              </a:ext>
            </a:extLst>
          </p:cNvPr>
          <p:cNvSpPr/>
          <p:nvPr userDrawn="1"/>
        </p:nvSpPr>
        <p:spPr>
          <a:xfrm>
            <a:off x="3955762" y="5952136"/>
            <a:ext cx="1455521" cy="932559"/>
          </a:xfrm>
          <a:custGeom>
            <a:avLst/>
            <a:gdLst>
              <a:gd name="connsiteX0" fmla="*/ 359906 w 1455521"/>
              <a:gd name="connsiteY0" fmla="*/ 0 h 932559"/>
              <a:gd name="connsiteX1" fmla="*/ 1095615 w 1455521"/>
              <a:gd name="connsiteY1" fmla="*/ 0 h 932559"/>
              <a:gd name="connsiteX2" fmla="*/ 1455521 w 1455521"/>
              <a:gd name="connsiteY2" fmla="*/ 633348 h 932559"/>
              <a:gd name="connsiteX3" fmla="*/ 1285492 w 1455521"/>
              <a:gd name="connsiteY3" fmla="*/ 932559 h 932559"/>
              <a:gd name="connsiteX4" fmla="*/ 170030 w 1455521"/>
              <a:gd name="connsiteY4" fmla="*/ 932559 h 932559"/>
              <a:gd name="connsiteX5" fmla="*/ 0 w 1455521"/>
              <a:gd name="connsiteY5" fmla="*/ 633348 h 932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932559">
                <a:moveTo>
                  <a:pt x="359906" y="0"/>
                </a:moveTo>
                <a:lnTo>
                  <a:pt x="1095615" y="0"/>
                </a:lnTo>
                <a:lnTo>
                  <a:pt x="1455521" y="633348"/>
                </a:lnTo>
                <a:lnTo>
                  <a:pt x="1285492" y="932559"/>
                </a:lnTo>
                <a:lnTo>
                  <a:pt x="170030" y="932559"/>
                </a:lnTo>
                <a:lnTo>
                  <a:pt x="0" y="633348"/>
                </a:lnTo>
                <a:close/>
              </a:path>
            </a:pathLst>
          </a:cu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de-DE"/>
            </a:defPPr>
          </a:lstStyle>
          <a:p>
            <a:pPr algn="ctr" rtl="0"/>
            <a:endParaRPr lang="de-DE"/>
          </a:p>
        </p:txBody>
      </p:sp>
      <p:sp>
        <p:nvSpPr>
          <p:cNvPr id="14" name="Sechseck 27">
            <a:extLst>
              <a:ext uri="{FF2B5EF4-FFF2-40B4-BE49-F238E27FC236}">
                <a16:creationId xmlns:a16="http://schemas.microsoft.com/office/drawing/2014/main" id="{5275D449-7441-440B-8584-96D25256F24D}"/>
              </a:ext>
            </a:extLst>
          </p:cNvPr>
          <p:cNvSpPr/>
          <p:nvPr userDrawn="1"/>
        </p:nvSpPr>
        <p:spPr>
          <a:xfrm>
            <a:off x="2783996" y="5245443"/>
            <a:ext cx="1455521" cy="1266696"/>
          </a:xfrm>
          <a:prstGeom prst="hexagon">
            <a:avLst>
              <a:gd name="adj" fmla="val 28413"/>
              <a:gd name="vf" fmla="val 11547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de-DE"/>
            </a:defPPr>
          </a:lstStyle>
          <a:p>
            <a:pPr algn="ctr" rtl="0"/>
            <a:endParaRPr lang="de-DE"/>
          </a:p>
        </p:txBody>
      </p:sp>
      <p:sp>
        <p:nvSpPr>
          <p:cNvPr id="15" name="Sechseck 28">
            <a:extLst>
              <a:ext uri="{FF2B5EF4-FFF2-40B4-BE49-F238E27FC236}">
                <a16:creationId xmlns:a16="http://schemas.microsoft.com/office/drawing/2014/main" id="{94CFCD79-F5CD-4175-96DE-1AC2E1999DB6}"/>
              </a:ext>
            </a:extLst>
          </p:cNvPr>
          <p:cNvSpPr/>
          <p:nvPr userDrawn="1"/>
        </p:nvSpPr>
        <p:spPr>
          <a:xfrm>
            <a:off x="2767144" y="3880620"/>
            <a:ext cx="1455521" cy="1266696"/>
          </a:xfrm>
          <a:prstGeom prst="hexagon">
            <a:avLst>
              <a:gd name="adj" fmla="val 28413"/>
              <a:gd name="vf" fmla="val 115470"/>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de-DE"/>
            </a:defPPr>
          </a:lstStyle>
          <a:p>
            <a:pPr algn="ctr" rtl="0"/>
            <a:endParaRPr lang="de-DE"/>
          </a:p>
        </p:txBody>
      </p:sp>
      <p:sp>
        <p:nvSpPr>
          <p:cNvPr id="43" name="Freihandform 42">
            <a:extLst>
              <a:ext uri="{FF2B5EF4-FFF2-40B4-BE49-F238E27FC236}">
                <a16:creationId xmlns:a16="http://schemas.microsoft.com/office/drawing/2014/main" id="{C8667104-E096-23C3-4C2C-5277C2AF5C57}"/>
              </a:ext>
            </a:extLst>
          </p:cNvPr>
          <p:cNvSpPr/>
          <p:nvPr userDrawn="1"/>
        </p:nvSpPr>
        <p:spPr>
          <a:xfrm>
            <a:off x="3702" y="448131"/>
            <a:ext cx="678871" cy="1266696"/>
          </a:xfrm>
          <a:custGeom>
            <a:avLst/>
            <a:gdLst>
              <a:gd name="connsiteX0" fmla="*/ 0 w 678871"/>
              <a:gd name="connsiteY0" fmla="*/ 0 h 1266696"/>
              <a:gd name="connsiteX1" fmla="*/ 318965 w 678871"/>
              <a:gd name="connsiteY1" fmla="*/ 0 h 1266696"/>
              <a:gd name="connsiteX2" fmla="*/ 678871 w 678871"/>
              <a:gd name="connsiteY2" fmla="*/ 633348 h 1266696"/>
              <a:gd name="connsiteX3" fmla="*/ 318965 w 678871"/>
              <a:gd name="connsiteY3" fmla="*/ 1266696 h 1266696"/>
              <a:gd name="connsiteX4" fmla="*/ 0 w 678871"/>
              <a:gd name="connsiteY4" fmla="*/ 1266696 h 12666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8871" h="1266696">
                <a:moveTo>
                  <a:pt x="0" y="0"/>
                </a:moveTo>
                <a:lnTo>
                  <a:pt x="318965" y="0"/>
                </a:lnTo>
                <a:lnTo>
                  <a:pt x="678871" y="633348"/>
                </a:lnTo>
                <a:lnTo>
                  <a:pt x="318965" y="1266696"/>
                </a:lnTo>
                <a:lnTo>
                  <a:pt x="0" y="1266696"/>
                </a:lnTo>
                <a:close/>
              </a:path>
            </a:pathLst>
          </a:custGeom>
          <a:noFill/>
          <a:ln w="190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de-DE"/>
            </a:defPPr>
          </a:lstStyle>
          <a:p>
            <a:pPr algn="ctr" rtl="0"/>
            <a:endParaRPr lang="de-DE"/>
          </a:p>
        </p:txBody>
      </p:sp>
      <p:sp>
        <p:nvSpPr>
          <p:cNvPr id="18" name="Sechseck 31">
            <a:extLst>
              <a:ext uri="{FF2B5EF4-FFF2-40B4-BE49-F238E27FC236}">
                <a16:creationId xmlns:a16="http://schemas.microsoft.com/office/drawing/2014/main" id="{61BB4AB0-7C5C-4697-A25B-0AFD8754AB52}"/>
              </a:ext>
            </a:extLst>
          </p:cNvPr>
          <p:cNvSpPr/>
          <p:nvPr userDrawn="1"/>
        </p:nvSpPr>
        <p:spPr>
          <a:xfrm>
            <a:off x="1580353" y="3182793"/>
            <a:ext cx="1455521" cy="1266696"/>
          </a:xfrm>
          <a:prstGeom prst="hexagon">
            <a:avLst>
              <a:gd name="adj" fmla="val 28413"/>
              <a:gd name="vf" fmla="val 115470"/>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de-DE"/>
            </a:defPPr>
          </a:lstStyle>
          <a:p>
            <a:pPr algn="ctr" rtl="0"/>
            <a:endParaRPr lang="de-DE"/>
          </a:p>
        </p:txBody>
      </p:sp>
      <p:sp>
        <p:nvSpPr>
          <p:cNvPr id="46" name="Freihandform 45">
            <a:extLst>
              <a:ext uri="{FF2B5EF4-FFF2-40B4-BE49-F238E27FC236}">
                <a16:creationId xmlns:a16="http://schemas.microsoft.com/office/drawing/2014/main" id="{2363FF00-E570-D743-258E-E9FEF4F02A08}"/>
              </a:ext>
            </a:extLst>
          </p:cNvPr>
          <p:cNvSpPr/>
          <p:nvPr userDrawn="1"/>
        </p:nvSpPr>
        <p:spPr>
          <a:xfrm>
            <a:off x="6334981" y="5962237"/>
            <a:ext cx="1455521" cy="901561"/>
          </a:xfrm>
          <a:custGeom>
            <a:avLst/>
            <a:gdLst>
              <a:gd name="connsiteX0" fmla="*/ 359906 w 1455521"/>
              <a:gd name="connsiteY0" fmla="*/ 0 h 901561"/>
              <a:gd name="connsiteX1" fmla="*/ 1095615 w 1455521"/>
              <a:gd name="connsiteY1" fmla="*/ 0 h 901561"/>
              <a:gd name="connsiteX2" fmla="*/ 1455521 w 1455521"/>
              <a:gd name="connsiteY2" fmla="*/ 633348 h 901561"/>
              <a:gd name="connsiteX3" fmla="*/ 1303107 w 1455521"/>
              <a:gd name="connsiteY3" fmla="*/ 901561 h 901561"/>
              <a:gd name="connsiteX4" fmla="*/ 152415 w 1455521"/>
              <a:gd name="connsiteY4" fmla="*/ 901561 h 901561"/>
              <a:gd name="connsiteX5" fmla="*/ 0 w 1455521"/>
              <a:gd name="connsiteY5" fmla="*/ 633348 h 901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901561">
                <a:moveTo>
                  <a:pt x="359906" y="0"/>
                </a:moveTo>
                <a:lnTo>
                  <a:pt x="1095615" y="0"/>
                </a:lnTo>
                <a:lnTo>
                  <a:pt x="1455521" y="633348"/>
                </a:lnTo>
                <a:lnTo>
                  <a:pt x="1303107" y="901561"/>
                </a:lnTo>
                <a:lnTo>
                  <a:pt x="152415" y="901561"/>
                </a:lnTo>
                <a:lnTo>
                  <a:pt x="0" y="633348"/>
                </a:lnTo>
                <a:close/>
              </a:path>
            </a:pathLst>
          </a:custGeom>
          <a:noFill/>
          <a:ln w="19050">
            <a:solidFill>
              <a:srgbClr val="98432A"/>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de-DE"/>
            </a:defPPr>
          </a:lstStyle>
          <a:p>
            <a:pPr algn="ctr" rtl="0"/>
            <a:endParaRPr lang="de-DE"/>
          </a:p>
        </p:txBody>
      </p:sp>
      <p:sp>
        <p:nvSpPr>
          <p:cNvPr id="28" name="Inhaltsplatzhalter 47">
            <a:extLst>
              <a:ext uri="{FF2B5EF4-FFF2-40B4-BE49-F238E27FC236}">
                <a16:creationId xmlns:a16="http://schemas.microsoft.com/office/drawing/2014/main" id="{073CD90F-1E45-47EC-B558-D5F638F5FE6F}"/>
              </a:ext>
            </a:extLst>
          </p:cNvPr>
          <p:cNvSpPr>
            <a:spLocks noGrp="1"/>
          </p:cNvSpPr>
          <p:nvPr>
            <p:ph type="pic" sz="quarter" idx="48"/>
          </p:nvPr>
        </p:nvSpPr>
        <p:spPr>
          <a:xfrm>
            <a:off x="2754948" y="2502098"/>
            <a:ext cx="1465840" cy="1289394"/>
          </a:xfrm>
          <a:prstGeom prst="hexagon">
            <a:avLst>
              <a:gd name="adj" fmla="val 28349"/>
              <a:gd name="vf" fmla="val 115470"/>
            </a:avLst>
          </a:prstGeom>
          <a:ln w="12700">
            <a:noFill/>
          </a:ln>
        </p:spPr>
        <p:txBody>
          <a:bodyPr rtlCol="0">
            <a:noAutofit/>
          </a:bodyPr>
          <a:lstStyle>
            <a:lvl1pPr marL="0" indent="0" algn="l">
              <a:buFontTx/>
              <a:buNone/>
              <a:defRPr lang="de-DE" sz="1050">
                <a:solidFill>
                  <a:schemeClr val="bg1"/>
                </a:solidFill>
              </a:defRPr>
            </a:lvl1pPr>
          </a:lstStyle>
          <a:p>
            <a:pPr rtl="0"/>
            <a:r>
              <a:rPr lang="de-DE"/>
              <a:t>Bild durch Klicken auf Symbol hinzufügen</a:t>
            </a:r>
            <a:endParaRPr lang="de-DE" altLang="zh-CN"/>
          </a:p>
        </p:txBody>
      </p:sp>
      <p:sp>
        <p:nvSpPr>
          <p:cNvPr id="29" name="Inhaltsplatzhalter 47">
            <a:extLst>
              <a:ext uri="{FF2B5EF4-FFF2-40B4-BE49-F238E27FC236}">
                <a16:creationId xmlns:a16="http://schemas.microsoft.com/office/drawing/2014/main" id="{9A501203-35D0-41A5-A2A4-9F05FAB495C4}"/>
              </a:ext>
            </a:extLst>
          </p:cNvPr>
          <p:cNvSpPr>
            <a:spLocks noGrp="1"/>
          </p:cNvSpPr>
          <p:nvPr>
            <p:ph type="pic" sz="quarter" idx="49"/>
          </p:nvPr>
        </p:nvSpPr>
        <p:spPr>
          <a:xfrm>
            <a:off x="391110" y="2493385"/>
            <a:ext cx="1465840" cy="1289394"/>
          </a:xfrm>
          <a:prstGeom prst="hexagon">
            <a:avLst>
              <a:gd name="adj" fmla="val 28349"/>
              <a:gd name="vf" fmla="val 115470"/>
            </a:avLst>
          </a:prstGeom>
          <a:ln>
            <a:noFill/>
          </a:ln>
        </p:spPr>
        <p:txBody>
          <a:bodyPr rtlCol="0">
            <a:noAutofit/>
          </a:bodyPr>
          <a:lstStyle>
            <a:lvl1pPr marL="0" indent="0" algn="l">
              <a:buFontTx/>
              <a:buNone/>
              <a:defRPr lang="de-DE" sz="1050">
                <a:solidFill>
                  <a:schemeClr val="bg1"/>
                </a:solidFill>
              </a:defRPr>
            </a:lvl1pPr>
          </a:lstStyle>
          <a:p>
            <a:pPr rtl="0"/>
            <a:r>
              <a:rPr lang="de-DE"/>
              <a:t>Bild durch Klicken auf Symbol hinzufügen</a:t>
            </a:r>
            <a:endParaRPr lang="de-DE" altLang="zh-CN"/>
          </a:p>
        </p:txBody>
      </p:sp>
      <p:sp>
        <p:nvSpPr>
          <p:cNvPr id="30" name="Inhaltsplatzhalter 47">
            <a:extLst>
              <a:ext uri="{FF2B5EF4-FFF2-40B4-BE49-F238E27FC236}">
                <a16:creationId xmlns:a16="http://schemas.microsoft.com/office/drawing/2014/main" id="{1FA62038-8BB7-45FD-896E-34738A5578BD}"/>
              </a:ext>
            </a:extLst>
          </p:cNvPr>
          <p:cNvSpPr>
            <a:spLocks noGrp="1"/>
          </p:cNvSpPr>
          <p:nvPr>
            <p:ph type="pic" sz="quarter" idx="50"/>
          </p:nvPr>
        </p:nvSpPr>
        <p:spPr>
          <a:xfrm>
            <a:off x="5151412" y="5238680"/>
            <a:ext cx="1465840" cy="1289394"/>
          </a:xfrm>
          <a:prstGeom prst="hexagon">
            <a:avLst>
              <a:gd name="adj" fmla="val 28349"/>
              <a:gd name="vf" fmla="val 115470"/>
            </a:avLst>
          </a:prstGeom>
          <a:ln w="12700">
            <a:noFill/>
          </a:ln>
        </p:spPr>
        <p:txBody>
          <a:bodyPr rtlCol="0">
            <a:noAutofit/>
          </a:bodyPr>
          <a:lstStyle>
            <a:lvl1pPr marL="0" indent="0" algn="l">
              <a:buFontTx/>
              <a:buNone/>
              <a:defRPr lang="de-DE" sz="1050">
                <a:solidFill>
                  <a:schemeClr val="bg1"/>
                </a:solidFill>
              </a:defRPr>
            </a:lvl1pPr>
          </a:lstStyle>
          <a:p>
            <a:pPr rtl="0"/>
            <a:r>
              <a:rPr lang="de-DE"/>
              <a:t>Bild durch Klicken auf Symbol hinzufügen</a:t>
            </a:r>
            <a:endParaRPr lang="de-DE" altLang="zh-CN"/>
          </a:p>
        </p:txBody>
      </p:sp>
      <p:sp>
        <p:nvSpPr>
          <p:cNvPr id="31" name="Inhaltsplatzhalter 47">
            <a:extLst>
              <a:ext uri="{FF2B5EF4-FFF2-40B4-BE49-F238E27FC236}">
                <a16:creationId xmlns:a16="http://schemas.microsoft.com/office/drawing/2014/main" id="{9A7E0EE6-5885-489B-81A9-65DBC0016938}"/>
              </a:ext>
            </a:extLst>
          </p:cNvPr>
          <p:cNvSpPr>
            <a:spLocks noGrp="1"/>
          </p:cNvSpPr>
          <p:nvPr>
            <p:ph type="pic" sz="quarter" idx="51"/>
          </p:nvPr>
        </p:nvSpPr>
        <p:spPr>
          <a:xfrm>
            <a:off x="3948599" y="3194928"/>
            <a:ext cx="1465840" cy="1289394"/>
          </a:xfrm>
          <a:prstGeom prst="hexagon">
            <a:avLst>
              <a:gd name="adj" fmla="val 28349"/>
              <a:gd name="vf" fmla="val 115470"/>
            </a:avLst>
          </a:prstGeom>
          <a:ln w="12700">
            <a:noFill/>
          </a:ln>
        </p:spPr>
        <p:txBody>
          <a:bodyPr rtlCol="0">
            <a:noAutofit/>
          </a:bodyPr>
          <a:lstStyle>
            <a:lvl1pPr marL="0" indent="0" algn="l">
              <a:buFontTx/>
              <a:buNone/>
              <a:defRPr lang="de-DE" sz="1050">
                <a:solidFill>
                  <a:schemeClr val="bg1"/>
                </a:solidFill>
              </a:defRPr>
            </a:lvl1pPr>
          </a:lstStyle>
          <a:p>
            <a:pPr rtl="0"/>
            <a:r>
              <a:rPr lang="de-DE"/>
              <a:t>Bild durch Klicken auf Symbol hinzufügen</a:t>
            </a:r>
            <a:endParaRPr lang="de-DE" altLang="zh-CN"/>
          </a:p>
        </p:txBody>
      </p:sp>
      <p:sp>
        <p:nvSpPr>
          <p:cNvPr id="21" name="Inhaltsplatzhalter 47" descr="Klicken Sie, um ein Bild hinzuzufügen.">
            <a:extLst>
              <a:ext uri="{FF2B5EF4-FFF2-40B4-BE49-F238E27FC236}">
                <a16:creationId xmlns:a16="http://schemas.microsoft.com/office/drawing/2014/main" id="{B7E46D91-6194-E279-CAE3-425E21FD4A83}"/>
              </a:ext>
            </a:extLst>
          </p:cNvPr>
          <p:cNvSpPr>
            <a:spLocks noGrp="1"/>
          </p:cNvSpPr>
          <p:nvPr>
            <p:ph type="body" sz="quarter" idx="27" hasCustomPrompt="1"/>
          </p:nvPr>
        </p:nvSpPr>
        <p:spPr>
          <a:xfrm>
            <a:off x="6096000" y="3093990"/>
            <a:ext cx="3034145" cy="1879791"/>
          </a:xfrm>
          <a:prstGeom prst="rect">
            <a:avLst/>
          </a:prstGeom>
        </p:spPr>
        <p:txBody>
          <a:bodyPr rtlCol="0" anchor="t">
            <a:noAutofit/>
          </a:bodyPr>
          <a:lstStyle>
            <a:lvl1pPr marL="0" indent="0" algn="l">
              <a:lnSpc>
                <a:spcPct val="100000"/>
              </a:lnSpc>
              <a:buNone/>
              <a:defRPr lang="de-DE" sz="1800" b="0">
                <a:solidFill>
                  <a:schemeClr val="bg1"/>
                </a:solidFill>
              </a:defRPr>
            </a:lvl1pPr>
            <a:lvl2pPr>
              <a:defRPr lang="de-DE" sz="1000"/>
            </a:lvl2pPr>
            <a:lvl3pPr>
              <a:defRPr lang="de-DE" sz="900"/>
            </a:lvl3pPr>
            <a:lvl4pPr>
              <a:defRPr lang="de-DE" sz="800"/>
            </a:lvl4pPr>
            <a:lvl5pPr>
              <a:defRPr lang="de-DE" sz="800"/>
            </a:lvl5pPr>
          </a:lstStyle>
          <a:p>
            <a:pPr lvl="0" rtl="0"/>
            <a:r>
              <a:rPr lang="de-DE"/>
              <a:t>Titelmasterformat durch Klicken bearbeiten </a:t>
            </a:r>
          </a:p>
        </p:txBody>
      </p:sp>
      <p:sp>
        <p:nvSpPr>
          <p:cNvPr id="22" name="Titel 1">
            <a:extLst>
              <a:ext uri="{FF2B5EF4-FFF2-40B4-BE49-F238E27FC236}">
                <a16:creationId xmlns:a16="http://schemas.microsoft.com/office/drawing/2014/main" id="{4722C9EB-D452-B3DF-5219-160F48DE789C}"/>
              </a:ext>
            </a:extLst>
          </p:cNvPr>
          <p:cNvSpPr>
            <a:spLocks noGrp="1"/>
          </p:cNvSpPr>
          <p:nvPr>
            <p:ph type="title"/>
          </p:nvPr>
        </p:nvSpPr>
        <p:spPr>
          <a:xfrm>
            <a:off x="6096000" y="1703538"/>
            <a:ext cx="5055698" cy="1325563"/>
          </a:xfrm>
        </p:spPr>
        <p:txBody>
          <a:bodyPr rtlCol="0" anchor="b">
            <a:noAutofit/>
          </a:bodyPr>
          <a:lstStyle>
            <a:defPPr>
              <a:defRPr lang="de-DE"/>
            </a:defPPr>
          </a:lstStyle>
          <a:p>
            <a:pPr rtl="0"/>
            <a:r>
              <a:rPr lang="de-DE"/>
              <a:t>Mastertitelformat bearbeiten</a:t>
            </a:r>
          </a:p>
        </p:txBody>
      </p:sp>
      <p:sp>
        <p:nvSpPr>
          <p:cNvPr id="40" name="Freihandform 39">
            <a:extLst>
              <a:ext uri="{FF2B5EF4-FFF2-40B4-BE49-F238E27FC236}">
                <a16:creationId xmlns:a16="http://schemas.microsoft.com/office/drawing/2014/main" id="{E3C8467A-0A34-2A65-92FE-F12F6A3D84A6}"/>
              </a:ext>
            </a:extLst>
          </p:cNvPr>
          <p:cNvSpPr/>
          <p:nvPr userDrawn="1"/>
        </p:nvSpPr>
        <p:spPr>
          <a:xfrm>
            <a:off x="-6538" y="1815084"/>
            <a:ext cx="697438" cy="1266696"/>
          </a:xfrm>
          <a:custGeom>
            <a:avLst/>
            <a:gdLst>
              <a:gd name="connsiteX0" fmla="*/ 0 w 732607"/>
              <a:gd name="connsiteY0" fmla="*/ 0 h 1266696"/>
              <a:gd name="connsiteX1" fmla="*/ 372701 w 732607"/>
              <a:gd name="connsiteY1" fmla="*/ 0 h 1266696"/>
              <a:gd name="connsiteX2" fmla="*/ 732607 w 732607"/>
              <a:gd name="connsiteY2" fmla="*/ 633348 h 1266696"/>
              <a:gd name="connsiteX3" fmla="*/ 372701 w 732607"/>
              <a:gd name="connsiteY3" fmla="*/ 1266696 h 1266696"/>
              <a:gd name="connsiteX4" fmla="*/ 0 w 732607"/>
              <a:gd name="connsiteY4" fmla="*/ 1266696 h 1266696"/>
              <a:gd name="connsiteX0" fmla="*/ 43961 w 732607"/>
              <a:gd name="connsiteY0" fmla="*/ 8793 h 1266696"/>
              <a:gd name="connsiteX1" fmla="*/ 372701 w 732607"/>
              <a:gd name="connsiteY1" fmla="*/ 0 h 1266696"/>
              <a:gd name="connsiteX2" fmla="*/ 732607 w 732607"/>
              <a:gd name="connsiteY2" fmla="*/ 633348 h 1266696"/>
              <a:gd name="connsiteX3" fmla="*/ 372701 w 732607"/>
              <a:gd name="connsiteY3" fmla="*/ 1266696 h 1266696"/>
              <a:gd name="connsiteX4" fmla="*/ 0 w 732607"/>
              <a:gd name="connsiteY4" fmla="*/ 1266696 h 1266696"/>
              <a:gd name="connsiteX5" fmla="*/ 43961 w 732607"/>
              <a:gd name="connsiteY5" fmla="*/ 8793 h 1266696"/>
              <a:gd name="connsiteX0" fmla="*/ 8792 w 697438"/>
              <a:gd name="connsiteY0" fmla="*/ 8793 h 1266696"/>
              <a:gd name="connsiteX1" fmla="*/ 337532 w 697438"/>
              <a:gd name="connsiteY1" fmla="*/ 0 h 1266696"/>
              <a:gd name="connsiteX2" fmla="*/ 697438 w 697438"/>
              <a:gd name="connsiteY2" fmla="*/ 633348 h 1266696"/>
              <a:gd name="connsiteX3" fmla="*/ 337532 w 697438"/>
              <a:gd name="connsiteY3" fmla="*/ 1266696 h 1266696"/>
              <a:gd name="connsiteX4" fmla="*/ 0 w 697438"/>
              <a:gd name="connsiteY4" fmla="*/ 1266696 h 1266696"/>
              <a:gd name="connsiteX5" fmla="*/ 8792 w 697438"/>
              <a:gd name="connsiteY5" fmla="*/ 8793 h 1266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97438" h="1266696">
                <a:moveTo>
                  <a:pt x="8792" y="8793"/>
                </a:moveTo>
                <a:lnTo>
                  <a:pt x="337532" y="0"/>
                </a:lnTo>
                <a:lnTo>
                  <a:pt x="697438" y="633348"/>
                </a:lnTo>
                <a:lnTo>
                  <a:pt x="337532" y="1266696"/>
                </a:lnTo>
                <a:lnTo>
                  <a:pt x="0" y="1266696"/>
                </a:lnTo>
                <a:cubicBezTo>
                  <a:pt x="0" y="844464"/>
                  <a:pt x="8792" y="431025"/>
                  <a:pt x="8792" y="8793"/>
                </a:cubicBezTo>
                <a:close/>
              </a:path>
            </a:pathLst>
          </a:custGeom>
          <a:noFill/>
          <a:ln w="19050">
            <a:solidFill>
              <a:schemeClr val="accent5">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de-DE"/>
            </a:defPPr>
          </a:lstStyle>
          <a:p>
            <a:pPr algn="ctr" rtl="0"/>
            <a:endParaRPr lang="de-DE"/>
          </a:p>
        </p:txBody>
      </p:sp>
    </p:spTree>
    <p:extLst>
      <p:ext uri="{BB962C8B-B14F-4D97-AF65-F5344CB8AC3E}">
        <p14:creationId xmlns:p14="http://schemas.microsoft.com/office/powerpoint/2010/main" val="314733420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914413-82C1-4EBC-8C6B-BC5F842D13A2}"/>
              </a:ext>
            </a:extLst>
          </p:cNvPr>
          <p:cNvSpPr>
            <a:spLocks noGrp="1"/>
          </p:cNvSpPr>
          <p:nvPr>
            <p:ph type="title"/>
          </p:nvPr>
        </p:nvSpPr>
        <p:spPr/>
        <p:txBody>
          <a:bodyPr>
            <a:normAutofit/>
          </a:bodyPr>
          <a:lstStyle>
            <a:lvl1pPr>
              <a:lnSpc>
                <a:spcPct val="90000"/>
              </a:lnSpc>
              <a:defRPr sz="5200"/>
            </a:lvl1pPr>
          </a:lstStyle>
          <a:p>
            <a:r>
              <a:rPr lang="en-US"/>
              <a:t>Click to edit Master title style</a:t>
            </a:r>
          </a:p>
        </p:txBody>
      </p:sp>
      <p:sp>
        <p:nvSpPr>
          <p:cNvPr id="3" name="Content Placeholder 2">
            <a:extLst>
              <a:ext uri="{FF2B5EF4-FFF2-40B4-BE49-F238E27FC236}">
                <a16:creationId xmlns:a16="http://schemas.microsoft.com/office/drawing/2014/main" id="{328F029A-192E-4A44-ACC7-6C5212C77736}"/>
              </a:ext>
            </a:extLst>
          </p:cNvPr>
          <p:cNvSpPr>
            <a:spLocks noGrp="1"/>
          </p:cNvSpPr>
          <p:nvPr>
            <p:ph idx="1"/>
          </p:nvPr>
        </p:nvSpPr>
        <p:spPr>
          <a:xfrm>
            <a:off x="420624" y="1825625"/>
            <a:ext cx="10515600" cy="4206383"/>
          </a:xfrm>
        </p:spPr>
        <p:txBody>
          <a:bodyPr/>
          <a:lstStyle>
            <a:lvl1pPr>
              <a:defRPr sz="2400"/>
            </a:lvl1pPr>
            <a:lvl2pPr>
              <a:defRPr sz="2200"/>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Date Placeholder 10">
            <a:extLst>
              <a:ext uri="{FF2B5EF4-FFF2-40B4-BE49-F238E27FC236}">
                <a16:creationId xmlns:a16="http://schemas.microsoft.com/office/drawing/2014/main" id="{A25CBB87-BE9B-82CE-8A24-F21EEA0366C3}"/>
              </a:ext>
            </a:extLst>
          </p:cNvPr>
          <p:cNvSpPr>
            <a:spLocks noGrp="1"/>
          </p:cNvSpPr>
          <p:nvPr>
            <p:ph type="dt" sz="half" idx="10"/>
          </p:nvPr>
        </p:nvSpPr>
        <p:spPr/>
        <p:txBody>
          <a:bodyPr/>
          <a:lstStyle/>
          <a:p>
            <a:fld id="{57997BA6-BEF8-495F-ACCD-8D19769E4FC6}" type="datetime2">
              <a:rPr lang="en-US" smtClean="0"/>
              <a:t>Tuesday, July 30, 2024</a:t>
            </a:fld>
            <a:endParaRPr lang="en-US"/>
          </a:p>
        </p:txBody>
      </p:sp>
      <p:sp>
        <p:nvSpPr>
          <p:cNvPr id="12" name="Footer Placeholder 11">
            <a:extLst>
              <a:ext uri="{FF2B5EF4-FFF2-40B4-BE49-F238E27FC236}">
                <a16:creationId xmlns:a16="http://schemas.microsoft.com/office/drawing/2014/main" id="{B2131628-C033-9728-C4CF-90CDBCB89F7F}"/>
              </a:ext>
            </a:extLst>
          </p:cNvPr>
          <p:cNvSpPr>
            <a:spLocks noGrp="1"/>
          </p:cNvSpPr>
          <p:nvPr>
            <p:ph type="ftr" sz="quarter" idx="11"/>
          </p:nvPr>
        </p:nvSpPr>
        <p:spPr/>
        <p:txBody>
          <a:bodyPr/>
          <a:lstStyle/>
          <a:p>
            <a:r>
              <a:rPr lang="en-US"/>
              <a:t>Sample Footer Text</a:t>
            </a:r>
          </a:p>
        </p:txBody>
      </p:sp>
      <p:sp>
        <p:nvSpPr>
          <p:cNvPr id="13" name="Slide Number Placeholder 12">
            <a:extLst>
              <a:ext uri="{FF2B5EF4-FFF2-40B4-BE49-F238E27FC236}">
                <a16:creationId xmlns:a16="http://schemas.microsoft.com/office/drawing/2014/main" id="{B67216CA-9A26-BBE7-68A3-9237D22CDFC8}"/>
              </a:ext>
            </a:extLst>
          </p:cNvPr>
          <p:cNvSpPr>
            <a:spLocks noGrp="1"/>
          </p:cNvSpPr>
          <p:nvPr>
            <p:ph type="sldNum" sz="quarter" idx="12"/>
          </p:nvPr>
        </p:nvSpPr>
        <p:spPr/>
        <p:txBody>
          <a:bodyPr/>
          <a:lstStyle/>
          <a:p>
            <a:fld id="{7BE69E03-4804-4553-A1EC-F089884EF50F}" type="slidenum">
              <a:rPr lang="en-US" smtClean="0"/>
              <a:t>‹#›</a:t>
            </a:fld>
            <a:endParaRPr lang="en-US"/>
          </a:p>
        </p:txBody>
      </p:sp>
    </p:spTree>
    <p:extLst>
      <p:ext uri="{BB962C8B-B14F-4D97-AF65-F5344CB8AC3E}">
        <p14:creationId xmlns:p14="http://schemas.microsoft.com/office/powerpoint/2010/main" val="19474625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4" name="Inhaltsplatzhalter 47">
            <a:extLst>
              <a:ext uri="{FF2B5EF4-FFF2-40B4-BE49-F238E27FC236}">
                <a16:creationId xmlns:a16="http://schemas.microsoft.com/office/drawing/2014/main" id="{28B6388A-37D2-4382-A7FC-9B9A76BDE84D}"/>
              </a:ext>
            </a:extLst>
          </p:cNvPr>
          <p:cNvSpPr>
            <a:spLocks noGrp="1"/>
          </p:cNvSpPr>
          <p:nvPr>
            <p:ph type="sldNum" sz="quarter" idx="4"/>
          </p:nvPr>
        </p:nvSpPr>
        <p:spPr>
          <a:xfrm>
            <a:off x="11194169" y="6217920"/>
            <a:ext cx="458592" cy="365125"/>
          </a:xfrm>
          <a:prstGeom prst="rect">
            <a:avLst/>
          </a:prstGeom>
        </p:spPr>
        <p:txBody>
          <a:bodyPr vert="horz" lIns="91440" tIns="45720" rIns="91440" bIns="45720" rtlCol="0" anchor="ctr">
            <a:noAutofit/>
          </a:bodyPr>
          <a:lstStyle>
            <a:lvl1pPr algn="ctr">
              <a:defRPr lang="de-DE" sz="1200">
                <a:solidFill>
                  <a:schemeClr val="bg1"/>
                </a:solidFill>
                <a:latin typeface="+mn-lt"/>
              </a:defRPr>
            </a:lvl1pPr>
          </a:lstStyle>
          <a:p>
            <a:pPr rtl="0"/>
            <a:fld id="{47FEACEE-25B4-4A2D-B147-27296E36371D}" type="slidenum">
              <a:rPr lang="de-DE" altLang="zh-CN" noProof="0" smtClean="0"/>
              <a:pPr rtl="0"/>
              <a:t>‹#›</a:t>
            </a:fld>
            <a:endParaRPr lang="de-DE" altLang="zh-CN" noProof="0"/>
          </a:p>
        </p:txBody>
      </p:sp>
      <p:sp>
        <p:nvSpPr>
          <p:cNvPr id="6" name="Textplatzhalter 2">
            <a:extLst>
              <a:ext uri="{FF2B5EF4-FFF2-40B4-BE49-F238E27FC236}">
                <a16:creationId xmlns:a16="http://schemas.microsoft.com/office/drawing/2014/main" id="{18CB8A3D-9A54-FD7C-F6A5-B33E6C891A4E}"/>
              </a:ext>
            </a:extLst>
          </p:cNvPr>
          <p:cNvSpPr>
            <a:spLocks noGrp="1"/>
          </p:cNvSpPr>
          <p:nvPr>
            <p:ph type="body" idx="1"/>
          </p:nvPr>
        </p:nvSpPr>
        <p:spPr>
          <a:xfrm>
            <a:off x="838200" y="1825625"/>
            <a:ext cx="10515600" cy="4351338"/>
          </a:xfrm>
          <a:prstGeom prst="rect">
            <a:avLst/>
          </a:prstGeom>
        </p:spPr>
        <p:txBody>
          <a:bodyPr vert="horz" lIns="91440" tIns="45720" rIns="91440" bIns="45720" rtlCol="0">
            <a:noAutofit/>
          </a:bodyPr>
          <a:lstStyle>
            <a:defPPr>
              <a:defRPr lang="de-DE"/>
            </a:defPPr>
          </a:lstStyle>
          <a:p>
            <a:pPr lvl="0" rtl="0"/>
            <a:r>
              <a:rPr lang="de-DE" noProof="0"/>
              <a:t>Textmasterformat durch Klicken bearbeiten</a:t>
            </a:r>
          </a:p>
          <a:p>
            <a:pPr lvl="1" rtl="0"/>
            <a:r>
              <a:rPr lang="de-DE" noProof="0"/>
              <a:t>Zweite Ebene</a:t>
            </a:r>
          </a:p>
          <a:p>
            <a:pPr lvl="2" rtl="0"/>
            <a:r>
              <a:rPr lang="de-DE" noProof="0"/>
              <a:t>Dritte Ebene</a:t>
            </a:r>
          </a:p>
          <a:p>
            <a:pPr lvl="3" rtl="0"/>
            <a:r>
              <a:rPr lang="de-DE" noProof="0"/>
              <a:t>Vierte Ebene</a:t>
            </a:r>
          </a:p>
          <a:p>
            <a:pPr lvl="4" rtl="0"/>
            <a:r>
              <a:rPr lang="de-DE" noProof="0"/>
              <a:t>Fünfte Ebene</a:t>
            </a:r>
          </a:p>
        </p:txBody>
      </p:sp>
      <p:sp>
        <p:nvSpPr>
          <p:cNvPr id="5" name="Titelplatzhalter 4">
            <a:extLst>
              <a:ext uri="{FF2B5EF4-FFF2-40B4-BE49-F238E27FC236}">
                <a16:creationId xmlns:a16="http://schemas.microsoft.com/office/drawing/2014/main" id="{F38A7675-78A2-B642-22AF-B98514C68B0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defPPr>
              <a:defRPr lang="de-DE"/>
            </a:defPPr>
          </a:lstStyle>
          <a:p>
            <a:pPr rtl="0"/>
            <a:r>
              <a:rPr lang="de-DE" noProof="0"/>
              <a:t>Titelmasterformat durch Klicken bearbeiten</a:t>
            </a:r>
          </a:p>
        </p:txBody>
      </p:sp>
      <p:sp>
        <p:nvSpPr>
          <p:cNvPr id="8" name="Fußzeilenplatzhalter 7">
            <a:extLst>
              <a:ext uri="{FF2B5EF4-FFF2-40B4-BE49-F238E27FC236}">
                <a16:creationId xmlns:a16="http://schemas.microsoft.com/office/drawing/2014/main" id="{C176125D-E69D-E2ED-1549-3D67DBD487E0}"/>
              </a:ext>
            </a:extLst>
          </p:cNvPr>
          <p:cNvSpPr>
            <a:spLocks noGrp="1"/>
          </p:cNvSpPr>
          <p:nvPr>
            <p:ph type="ftr" sz="quarter" idx="3"/>
          </p:nvPr>
        </p:nvSpPr>
        <p:spPr>
          <a:xfrm>
            <a:off x="484632" y="6217920"/>
            <a:ext cx="4114800" cy="365125"/>
          </a:xfrm>
          <a:prstGeom prst="rect">
            <a:avLst/>
          </a:prstGeom>
        </p:spPr>
        <p:txBody>
          <a:bodyPr vert="horz" lIns="91440" tIns="45720" rIns="91440" bIns="45720" rtlCol="0" anchor="ctr">
            <a:noAutofit/>
          </a:bodyPr>
          <a:lstStyle>
            <a:lvl1pPr algn="l">
              <a:defRPr lang="de-DE" sz="1200">
                <a:solidFill>
                  <a:schemeClr val="bg1"/>
                </a:solidFill>
                <a:latin typeface="+mn-lt"/>
              </a:defRPr>
            </a:lvl1pPr>
          </a:lstStyle>
          <a:p>
            <a:pPr rtl="0"/>
            <a:r>
              <a:rPr lang="de-DE" noProof="0"/>
              <a:t>Präsentationstitel</a:t>
            </a:r>
          </a:p>
        </p:txBody>
      </p:sp>
    </p:spTree>
    <p:extLst>
      <p:ext uri="{BB962C8B-B14F-4D97-AF65-F5344CB8AC3E}">
        <p14:creationId xmlns:p14="http://schemas.microsoft.com/office/powerpoint/2010/main" val="2020574204"/>
      </p:ext>
    </p:extLst>
  </p:cSld>
  <p:clrMap bg1="lt1" tx1="dk1" bg2="lt2" tx2="dk2" accent1="accent1" accent2="accent2" accent3="accent3" accent4="accent4" accent5="accent5" accent6="accent6" hlink="hlink" folHlink="folHlink"/>
  <p:sldLayoutIdLst>
    <p:sldLayoutId id="2147483667" r:id="rId1"/>
    <p:sldLayoutId id="2147483652" r:id="rId2"/>
    <p:sldLayoutId id="2147483651" r:id="rId3"/>
    <p:sldLayoutId id="2147483653" r:id="rId4"/>
    <p:sldLayoutId id="2147483654" r:id="rId5"/>
    <p:sldLayoutId id="2147483655" r:id="rId6"/>
    <p:sldLayoutId id="2147483656" r:id="rId7"/>
    <p:sldLayoutId id="2147483657" r:id="rId8"/>
    <p:sldLayoutId id="2147483658" r:id="rId9"/>
    <p:sldLayoutId id="2147483659" r:id="rId10"/>
    <p:sldLayoutId id="2147483668" r:id="rId11"/>
    <p:sldLayoutId id="2147483661" r:id="rId12"/>
    <p:sldLayoutId id="2147483662" r:id="rId13"/>
    <p:sldLayoutId id="2147483663" r:id="rId14"/>
    <p:sldLayoutId id="2147483664" r:id="rId15"/>
    <p:sldLayoutId id="2147483665" r:id="rId16"/>
    <p:sldLayoutId id="2147483669" r:id="rId17"/>
  </p:sldLayoutIdLst>
  <p:hf sldNum="0" hdr="0" dt="0"/>
  <p:txStyles>
    <p:titleStyle>
      <a:lvl1pPr algn="l" defTabSz="914400" rtl="0" eaLnBrk="1" latinLnBrk="0" hangingPunct="1">
        <a:lnSpc>
          <a:spcPct val="90000"/>
        </a:lnSpc>
        <a:spcBef>
          <a:spcPct val="0"/>
        </a:spcBef>
        <a:buNone/>
        <a:defRPr lang="de-DE" sz="4400" b="1" kern="1200">
          <a:solidFill>
            <a:schemeClr val="bg1"/>
          </a:solidFill>
          <a:latin typeface="Arial Black" panose="020B0A0402010202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lang="de-DE" sz="20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lang="de-DE" sz="20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lang="de-DE"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lang="de-DE" sz="20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lang="de-DE"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lang="de-DE"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lang="de-DE"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lang="de-DE"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lang="de-DE" sz="1800" kern="1200">
          <a:solidFill>
            <a:schemeClr val="tx1"/>
          </a:solidFill>
          <a:latin typeface="+mn-lt"/>
          <a:ea typeface="+mn-ea"/>
          <a:cs typeface="+mn-cs"/>
        </a:defRPr>
      </a:lvl9pPr>
    </p:bodyStyle>
    <p:otherStyle>
      <a:defPPr>
        <a:defRPr lang="de-DE"/>
      </a:defPPr>
      <a:lvl1pPr marL="0" algn="l" defTabSz="914400" rtl="0" eaLnBrk="1" latinLnBrk="0" hangingPunct="1">
        <a:defRPr lang="de-DE" sz="1800" kern="1200">
          <a:solidFill>
            <a:schemeClr val="tx1"/>
          </a:solidFill>
          <a:latin typeface="+mn-lt"/>
          <a:ea typeface="+mn-ea"/>
          <a:cs typeface="+mn-cs"/>
        </a:defRPr>
      </a:lvl1pPr>
      <a:lvl2pPr marL="457200" algn="l" defTabSz="914400" rtl="0" eaLnBrk="1" latinLnBrk="0" hangingPunct="1">
        <a:defRPr lang="de-DE" sz="1800" kern="1200">
          <a:solidFill>
            <a:schemeClr val="tx1"/>
          </a:solidFill>
          <a:latin typeface="+mn-lt"/>
          <a:ea typeface="+mn-ea"/>
          <a:cs typeface="+mn-cs"/>
        </a:defRPr>
      </a:lvl2pPr>
      <a:lvl3pPr marL="914400" algn="l" defTabSz="914400" rtl="0" eaLnBrk="1" latinLnBrk="0" hangingPunct="1">
        <a:defRPr lang="de-DE" sz="1800" kern="1200">
          <a:solidFill>
            <a:schemeClr val="tx1"/>
          </a:solidFill>
          <a:latin typeface="+mn-lt"/>
          <a:ea typeface="+mn-ea"/>
          <a:cs typeface="+mn-cs"/>
        </a:defRPr>
      </a:lvl3pPr>
      <a:lvl4pPr marL="1371600" algn="l" defTabSz="914400" rtl="0" eaLnBrk="1" latinLnBrk="0" hangingPunct="1">
        <a:defRPr lang="de-DE" sz="1800" kern="1200">
          <a:solidFill>
            <a:schemeClr val="tx1"/>
          </a:solidFill>
          <a:latin typeface="+mn-lt"/>
          <a:ea typeface="+mn-ea"/>
          <a:cs typeface="+mn-cs"/>
        </a:defRPr>
      </a:lvl4pPr>
      <a:lvl5pPr marL="1828800" algn="l" defTabSz="914400" rtl="0" eaLnBrk="1" latinLnBrk="0" hangingPunct="1">
        <a:defRPr lang="de-DE" sz="1800" kern="1200">
          <a:solidFill>
            <a:schemeClr val="tx1"/>
          </a:solidFill>
          <a:latin typeface="+mn-lt"/>
          <a:ea typeface="+mn-ea"/>
          <a:cs typeface="+mn-cs"/>
        </a:defRPr>
      </a:lvl5pPr>
      <a:lvl6pPr marL="2286000" algn="l" defTabSz="914400" rtl="0" eaLnBrk="1" latinLnBrk="0" hangingPunct="1">
        <a:defRPr lang="de-DE" sz="1800" kern="1200">
          <a:solidFill>
            <a:schemeClr val="tx1"/>
          </a:solidFill>
          <a:latin typeface="+mn-lt"/>
          <a:ea typeface="+mn-ea"/>
          <a:cs typeface="+mn-cs"/>
        </a:defRPr>
      </a:lvl6pPr>
      <a:lvl7pPr marL="2743200" algn="l" defTabSz="914400" rtl="0" eaLnBrk="1" latinLnBrk="0" hangingPunct="1">
        <a:defRPr lang="de-DE" sz="1800" kern="1200">
          <a:solidFill>
            <a:schemeClr val="tx1"/>
          </a:solidFill>
          <a:latin typeface="+mn-lt"/>
          <a:ea typeface="+mn-ea"/>
          <a:cs typeface="+mn-cs"/>
        </a:defRPr>
      </a:lvl7pPr>
      <a:lvl8pPr marL="3200400" algn="l" defTabSz="914400" rtl="0" eaLnBrk="1" latinLnBrk="0" hangingPunct="1">
        <a:defRPr lang="de-DE" sz="1800" kern="1200">
          <a:solidFill>
            <a:schemeClr val="tx1"/>
          </a:solidFill>
          <a:latin typeface="+mn-lt"/>
          <a:ea typeface="+mn-ea"/>
          <a:cs typeface="+mn-cs"/>
        </a:defRPr>
      </a:lvl8pPr>
      <a:lvl9pPr marL="3657600" algn="l" defTabSz="914400" rtl="0" eaLnBrk="1" latinLnBrk="0" hangingPunct="1">
        <a:defRPr lang="de-DE"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032" userDrawn="1">
          <p15:clr>
            <a:srgbClr val="F26B43"/>
          </p15:clr>
        </p15:guide>
        <p15:guide id="2" pos="3840" userDrawn="1">
          <p15:clr>
            <a:srgbClr val="F26B43"/>
          </p15:clr>
        </p15:guide>
        <p15:guide id="3" pos="5640" userDrawn="1">
          <p15:clr>
            <a:srgbClr val="F26B43"/>
          </p15:clr>
        </p15:guide>
        <p15:guide id="4" pos="1656" userDrawn="1">
          <p15:clr>
            <a:srgbClr val="F26B43"/>
          </p15:clr>
        </p15:guide>
        <p15:guide id="5" pos="5208"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8.xml"/><Relationship Id="rId5" Type="http://schemas.openxmlformats.org/officeDocument/2006/relationships/image" Target="../media/image6.jpeg"/><Relationship Id="rId4" Type="http://schemas.openxmlformats.org/officeDocument/2006/relationships/image" Target="../media/image5.jpeg"/></Relationships>
</file>

<file path=ppt/slides/_rels/slide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14.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slides/_rels/slide6.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14.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slides/_rels/slide7.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hyperlink" Target="https://brightstraining-team.atlassian.net/jira/software/projects/KAN/boards/1" TargetMode="External"/><Relationship Id="rId7" Type="http://schemas.openxmlformats.org/officeDocument/2006/relationships/image" Target="../media/image11.svg"/><Relationship Id="rId2" Type="http://schemas.openxmlformats.org/officeDocument/2006/relationships/notesSlide" Target="../notesSlides/notesSlide6.xml"/><Relationship Id="rId1" Type="http://schemas.openxmlformats.org/officeDocument/2006/relationships/slideLayout" Target="../slideLayouts/slideLayout14.xml"/><Relationship Id="rId6" Type="http://schemas.openxmlformats.org/officeDocument/2006/relationships/image" Target="../media/image10.png"/><Relationship Id="rId5" Type="http://schemas.openxmlformats.org/officeDocument/2006/relationships/image" Target="../media/image9.svg"/><Relationship Id="rId10" Type="http://schemas.openxmlformats.org/officeDocument/2006/relationships/image" Target="../media/image14.png"/><Relationship Id="rId4" Type="http://schemas.openxmlformats.org/officeDocument/2006/relationships/image" Target="../media/image8.png"/><Relationship Id="rId9" Type="http://schemas.openxmlformats.org/officeDocument/2006/relationships/image" Target="../media/image13.svg"/></Relationships>
</file>

<file path=ppt/slides/_rels/slide8.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14.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14.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 Id="rId9" Type="http://schemas.openxmlformats.org/officeDocument/2006/relationships/image" Target="../media/image15.jpeg"/></Relationships>
</file>

<file path=ppt/slides/_rels/slide11.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14.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 Id="rId9" Type="http://schemas.openxmlformats.org/officeDocument/2006/relationships/image" Target="../media/image16.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2.xml"/><Relationship Id="rId1" Type="http://schemas.openxmlformats.org/officeDocument/2006/relationships/slideLayout" Target="../slideLayouts/slideLayout4.xml"/><Relationship Id="rId4" Type="http://schemas.openxmlformats.org/officeDocument/2006/relationships/image" Target="../media/image18.jpe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notesSlide" Target="../notesSlides/notesSlide16.xml"/><Relationship Id="rId1" Type="http://schemas.openxmlformats.org/officeDocument/2006/relationships/slideLayout" Target="../slideLayouts/slideLayout9.xml"/><Relationship Id="rId6" Type="http://schemas.openxmlformats.org/officeDocument/2006/relationships/image" Target="../media/image22.png"/><Relationship Id="rId5" Type="http://schemas.openxmlformats.org/officeDocument/2006/relationships/image" Target="../media/image21.png"/><Relationship Id="rId10" Type="http://schemas.openxmlformats.org/officeDocument/2006/relationships/image" Target="../media/image26.png"/><Relationship Id="rId4" Type="http://schemas.openxmlformats.org/officeDocument/2006/relationships/image" Target="../media/image20.png"/><Relationship Id="rId9" Type="http://schemas.openxmlformats.org/officeDocument/2006/relationships/image" Target="../media/image25.png"/></Relationships>
</file>

<file path=ppt/slides/_rels/slide18.xml.rels><?xml version="1.0" encoding="UTF-8" standalone="yes"?>
<Relationships xmlns="http://schemas.openxmlformats.org/package/2006/relationships"><Relationship Id="rId3" Type="http://schemas.openxmlformats.org/officeDocument/2006/relationships/image" Target="../media/image27.jpeg"/><Relationship Id="rId7" Type="http://schemas.openxmlformats.org/officeDocument/2006/relationships/image" Target="../media/image31.jpeg"/><Relationship Id="rId2" Type="http://schemas.openxmlformats.org/officeDocument/2006/relationships/notesSlide" Target="../notesSlides/notesSlide17.xml"/><Relationship Id="rId1" Type="http://schemas.openxmlformats.org/officeDocument/2006/relationships/slideLayout" Target="../slideLayouts/slideLayout10.xml"/><Relationship Id="rId6" Type="http://schemas.openxmlformats.org/officeDocument/2006/relationships/image" Target="../media/image30.jpeg"/><Relationship Id="rId5" Type="http://schemas.openxmlformats.org/officeDocument/2006/relationships/image" Target="../media/image29.jpeg"/><Relationship Id="rId4" Type="http://schemas.openxmlformats.org/officeDocument/2006/relationships/image" Target="../media/image28.jpeg"/></Relationships>
</file>

<file path=ppt/slides/_rels/slide19.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14.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slides/_rels/slide21.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20.xml"/><Relationship Id="rId1" Type="http://schemas.openxmlformats.org/officeDocument/2006/relationships/slideLayout" Target="../slideLayouts/slideLayout15.xml"/><Relationship Id="rId4" Type="http://schemas.openxmlformats.org/officeDocument/2006/relationships/image" Target="../media/image1.png"/></Relationships>
</file>

<file path=ppt/slides/_rels/slide22.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21.xml"/><Relationship Id="rId1" Type="http://schemas.openxmlformats.org/officeDocument/2006/relationships/slideLayout" Target="../slideLayouts/slideLayout16.xml"/><Relationship Id="rId6" Type="http://schemas.openxmlformats.org/officeDocument/2006/relationships/image" Target="../media/image37.jpeg"/><Relationship Id="rId5" Type="http://schemas.openxmlformats.org/officeDocument/2006/relationships/image" Target="../media/image36.jpeg"/><Relationship Id="rId4" Type="http://schemas.openxmlformats.org/officeDocument/2006/relationships/image" Target="../media/image35.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el 6">
            <a:extLst>
              <a:ext uri="{FF2B5EF4-FFF2-40B4-BE49-F238E27FC236}">
                <a16:creationId xmlns:a16="http://schemas.microsoft.com/office/drawing/2014/main" id="{93A3B864-5E85-99D2-93E5-5CA1F4F35DC7}"/>
              </a:ext>
            </a:extLst>
          </p:cNvPr>
          <p:cNvSpPr>
            <a:spLocks noGrp="1"/>
          </p:cNvSpPr>
          <p:nvPr>
            <p:ph type="title"/>
          </p:nvPr>
        </p:nvSpPr>
        <p:spPr>
          <a:xfrm>
            <a:off x="1484765" y="1986926"/>
            <a:ext cx="5324408" cy="2057441"/>
          </a:xfrm>
        </p:spPr>
        <p:txBody>
          <a:bodyPr rtlCol="0"/>
          <a:lstStyle>
            <a:defPPr>
              <a:defRPr lang="de-DE"/>
            </a:defPPr>
          </a:lstStyle>
          <a:p>
            <a:pPr rtl="0"/>
            <a:r>
              <a:rPr lang="de-DE" sz="3800">
                <a:solidFill>
                  <a:schemeClr val="accent4">
                    <a:lumMod val="60000"/>
                    <a:lumOff val="40000"/>
                  </a:schemeClr>
                </a:solidFill>
              </a:rPr>
              <a:t>Webapplikation:</a:t>
            </a:r>
            <a:br>
              <a:rPr lang="de-DE" sz="3800">
                <a:solidFill>
                  <a:schemeClr val="accent4">
                    <a:lumMod val="60000"/>
                    <a:lumOff val="40000"/>
                  </a:schemeClr>
                </a:solidFill>
              </a:rPr>
            </a:br>
            <a:r>
              <a:rPr lang="de-DE" sz="3800">
                <a:solidFill>
                  <a:schemeClr val="accent4">
                    <a:lumMod val="60000"/>
                    <a:lumOff val="40000"/>
                  </a:schemeClr>
                </a:solidFill>
              </a:rPr>
              <a:t>Die digitale</a:t>
            </a:r>
            <a:br>
              <a:rPr lang="de-DE" sz="3800">
                <a:solidFill>
                  <a:schemeClr val="accent4">
                    <a:lumMod val="60000"/>
                    <a:lumOff val="40000"/>
                  </a:schemeClr>
                </a:solidFill>
              </a:rPr>
            </a:br>
            <a:r>
              <a:rPr lang="de-DE" sz="3800">
                <a:solidFill>
                  <a:schemeClr val="accent4">
                    <a:lumMod val="60000"/>
                    <a:lumOff val="40000"/>
                  </a:schemeClr>
                </a:solidFill>
              </a:rPr>
              <a:t>Bankfiliale</a:t>
            </a:r>
          </a:p>
        </p:txBody>
      </p:sp>
      <p:sp>
        <p:nvSpPr>
          <p:cNvPr id="9" name="Textplatzhalter 8">
            <a:extLst>
              <a:ext uri="{FF2B5EF4-FFF2-40B4-BE49-F238E27FC236}">
                <a16:creationId xmlns:a16="http://schemas.microsoft.com/office/drawing/2014/main" id="{485E0237-B9A1-0B58-E0AA-05EF84817EB4}"/>
              </a:ext>
            </a:extLst>
          </p:cNvPr>
          <p:cNvSpPr>
            <a:spLocks noGrp="1"/>
          </p:cNvSpPr>
          <p:nvPr>
            <p:ph type="body" sz="quarter" idx="28"/>
          </p:nvPr>
        </p:nvSpPr>
        <p:spPr>
          <a:xfrm>
            <a:off x="1601365" y="4172084"/>
            <a:ext cx="4238717" cy="760288"/>
          </a:xfrm>
        </p:spPr>
        <p:txBody>
          <a:bodyPr rtlCol="0"/>
          <a:lstStyle>
            <a:defPPr>
              <a:defRPr lang="de-DE"/>
            </a:defPPr>
          </a:lstStyle>
          <a:p>
            <a:pPr rtl="0"/>
            <a:r>
              <a:rPr lang="de-DE">
                <a:solidFill>
                  <a:schemeClr val="accent4">
                    <a:lumMod val="60000"/>
                    <a:lumOff val="40000"/>
                  </a:schemeClr>
                </a:solidFill>
              </a:rPr>
              <a:t>Medede Biham Tchala, Tillmann Leiner, Yasin Ekinci und Mats Engbers</a:t>
            </a:r>
          </a:p>
        </p:txBody>
      </p:sp>
      <p:pic>
        <p:nvPicPr>
          <p:cNvPr id="12" name="Form 31">
            <a:extLst>
              <a:ext uri="{FF2B5EF4-FFF2-40B4-BE49-F238E27FC236}">
                <a16:creationId xmlns:a16="http://schemas.microsoft.com/office/drawing/2014/main" id="{A2E096B7-3B4F-355B-58E5-41784AC8BE29}"/>
              </a:ext>
              <a:ext uri="{C183D7F6-B498-43B3-948B-1728B52AA6E4}">
                <adec:decorative xmlns:adec="http://schemas.microsoft.com/office/drawing/2017/decorative" val="1"/>
              </a:ext>
            </a:extLst>
          </p:cNvPr>
          <p:cNvPicPr>
            <a:picLocks noChangeAspect="1"/>
          </p:cNvPicPr>
          <p:nvPr/>
        </p:nvPicPr>
        <p:blipFill>
          <a:blip r:embed="rId3" cstate="print">
            <a:extLst>
              <a:ext uri="{28A0092B-C50C-407E-A947-70E740481C1C}">
                <a14:useLocalDpi xmlns:a14="http://schemas.microsoft.com/office/drawing/2010/main"/>
              </a:ext>
            </a:extLst>
          </a:blip>
          <a:srcRect t="2555" b="2555"/>
          <a:stretch>
            <a:fillRect/>
          </a:stretch>
        </p:blipFill>
        <p:spPr>
          <a:xfrm>
            <a:off x="6284315" y="3984454"/>
            <a:ext cx="1570617" cy="17968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pic>
      <p:pic>
        <p:nvPicPr>
          <p:cNvPr id="13" name="Form 33">
            <a:extLst>
              <a:ext uri="{FF2B5EF4-FFF2-40B4-BE49-F238E27FC236}">
                <a16:creationId xmlns:a16="http://schemas.microsoft.com/office/drawing/2014/main" id="{4D81E37E-7366-D88D-83B8-BBA577CA4626}"/>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a:ext>
            </a:extLst>
          </a:blip>
          <a:srcRect/>
          <a:stretch>
            <a:fillRect/>
          </a:stretch>
        </p:blipFill>
        <p:spPr>
          <a:xfrm>
            <a:off x="9897686" y="1064464"/>
            <a:ext cx="1570617" cy="17968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pic>
      <p:pic>
        <p:nvPicPr>
          <p:cNvPr id="5" name="Bildplatzhalter 4" descr="Ein Bild, das Text, Symbol, Schrift, Grafiken enthält.&#10;&#10;Automatisch generierte Beschreibung">
            <a:extLst>
              <a:ext uri="{FF2B5EF4-FFF2-40B4-BE49-F238E27FC236}">
                <a16:creationId xmlns:a16="http://schemas.microsoft.com/office/drawing/2014/main" id="{24741FA2-E5A0-0113-AD2D-92F1ADB959B8}"/>
              </a:ext>
            </a:extLst>
          </p:cNvPr>
          <p:cNvPicPr>
            <a:picLocks noGrp="1" noChangeAspect="1"/>
          </p:cNvPicPr>
          <p:nvPr>
            <p:ph type="pic" sz="quarter" idx="47"/>
          </p:nvPr>
        </p:nvPicPr>
        <p:blipFill>
          <a:blip r:embed="rId5"/>
          <a:srcRect l="6518" r="6518"/>
          <a:stretch>
            <a:fillRect/>
          </a:stretch>
        </p:blipFill>
        <p:spPr/>
      </p:pic>
    </p:spTree>
    <p:extLst>
      <p:ext uri="{BB962C8B-B14F-4D97-AF65-F5344CB8AC3E}">
        <p14:creationId xmlns:p14="http://schemas.microsoft.com/office/powerpoint/2010/main" val="38984479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5728639-5054-7E28-EC95-1A2F7705087C}"/>
              </a:ext>
            </a:extLst>
          </p:cNvPr>
          <p:cNvSpPr>
            <a:spLocks noGrp="1"/>
          </p:cNvSpPr>
          <p:nvPr>
            <p:ph type="title"/>
          </p:nvPr>
        </p:nvSpPr>
        <p:spPr>
          <a:xfrm>
            <a:off x="838200" y="365125"/>
            <a:ext cx="10515600" cy="1325563"/>
          </a:xfrm>
        </p:spPr>
        <p:txBody>
          <a:bodyPr anchor="ctr">
            <a:normAutofit/>
          </a:bodyPr>
          <a:lstStyle/>
          <a:p>
            <a:r>
              <a:rPr lang="de-DE">
                <a:solidFill>
                  <a:schemeClr val="accent4">
                    <a:lumMod val="60000"/>
                    <a:lumOff val="40000"/>
                  </a:schemeClr>
                </a:solidFill>
              </a:rPr>
              <a:t>Agenda</a:t>
            </a:r>
          </a:p>
        </p:txBody>
      </p:sp>
      <p:sp>
        <p:nvSpPr>
          <p:cNvPr id="5" name="Fußzeilenplatzhalter 4">
            <a:extLst>
              <a:ext uri="{FF2B5EF4-FFF2-40B4-BE49-F238E27FC236}">
                <a16:creationId xmlns:a16="http://schemas.microsoft.com/office/drawing/2014/main" id="{BFC313C7-18E5-68EA-B044-1286C9E4250C}"/>
              </a:ext>
            </a:extLst>
          </p:cNvPr>
          <p:cNvSpPr>
            <a:spLocks noGrp="1"/>
          </p:cNvSpPr>
          <p:nvPr>
            <p:ph type="ftr" sz="quarter" idx="11"/>
          </p:nvPr>
        </p:nvSpPr>
        <p:spPr>
          <a:xfrm>
            <a:off x="484632" y="6217920"/>
            <a:ext cx="4114800" cy="365125"/>
          </a:xfrm>
        </p:spPr>
        <p:txBody>
          <a:bodyPr anchor="ctr">
            <a:normAutofit/>
          </a:bodyPr>
          <a:lstStyle/>
          <a:p>
            <a:pPr>
              <a:spcAft>
                <a:spcPts val="600"/>
              </a:spcAft>
            </a:pPr>
            <a:r>
              <a:rPr lang="en-US"/>
              <a:t>Die </a:t>
            </a:r>
            <a:r>
              <a:rPr lang="en-US" err="1"/>
              <a:t>digitale</a:t>
            </a:r>
            <a:r>
              <a:rPr lang="en-US"/>
              <a:t> </a:t>
            </a:r>
            <a:r>
              <a:rPr lang="en-US" err="1"/>
              <a:t>Bankfiliale</a:t>
            </a:r>
            <a:endParaRPr lang="en-US"/>
          </a:p>
        </p:txBody>
      </p:sp>
      <p:sp>
        <p:nvSpPr>
          <p:cNvPr id="4" name="Datumsplatzhalter 3">
            <a:extLst>
              <a:ext uri="{FF2B5EF4-FFF2-40B4-BE49-F238E27FC236}">
                <a16:creationId xmlns:a16="http://schemas.microsoft.com/office/drawing/2014/main" id="{CA48A8F2-2C9B-3A4E-6FF1-6C59B234285F}"/>
              </a:ext>
            </a:extLst>
          </p:cNvPr>
          <p:cNvSpPr>
            <a:spLocks noGrp="1"/>
          </p:cNvSpPr>
          <p:nvPr>
            <p:ph type="dt" sz="half" idx="4294967295"/>
          </p:nvPr>
        </p:nvSpPr>
        <p:spPr/>
        <p:txBody>
          <a:bodyPr/>
          <a:lstStyle/>
          <a:p>
            <a:pPr>
              <a:spcAft>
                <a:spcPts val="600"/>
              </a:spcAft>
            </a:pPr>
            <a:r>
              <a:rPr lang="en-US"/>
              <a:t>Münster, 06.08.2024</a:t>
            </a:r>
          </a:p>
        </p:txBody>
      </p:sp>
      <p:sp>
        <p:nvSpPr>
          <p:cNvPr id="6" name="Foliennummernplatzhalter 5" hidden="1">
            <a:extLst>
              <a:ext uri="{FF2B5EF4-FFF2-40B4-BE49-F238E27FC236}">
                <a16:creationId xmlns:a16="http://schemas.microsoft.com/office/drawing/2014/main" id="{EB8D09DE-F987-FD61-3BED-498DD0F2DA11}"/>
              </a:ext>
            </a:extLst>
          </p:cNvPr>
          <p:cNvSpPr>
            <a:spLocks noGrp="1"/>
          </p:cNvSpPr>
          <p:nvPr>
            <p:ph type="sldNum" sz="quarter" idx="4294967295"/>
          </p:nvPr>
        </p:nvSpPr>
        <p:spPr>
          <a:xfrm>
            <a:off x="11194169" y="6217920"/>
            <a:ext cx="458592" cy="365125"/>
          </a:xfrm>
        </p:spPr>
        <p:txBody>
          <a:bodyPr/>
          <a:lstStyle/>
          <a:p>
            <a:pPr>
              <a:spcAft>
                <a:spcPts val="600"/>
              </a:spcAft>
            </a:pPr>
            <a:fld id="{7BE69E03-4804-4553-A1EC-F089884EF50F}" type="slidenum">
              <a:rPr lang="en-US" smtClean="0"/>
              <a:pPr>
                <a:spcAft>
                  <a:spcPts val="600"/>
                </a:spcAft>
              </a:pPr>
              <a:t>2</a:t>
            </a:fld>
            <a:endParaRPr lang="en-US"/>
          </a:p>
        </p:txBody>
      </p:sp>
      <p:graphicFrame>
        <p:nvGraphicFramePr>
          <p:cNvPr id="10" name="Inhaltsplatzhalter 2">
            <a:extLst>
              <a:ext uri="{FF2B5EF4-FFF2-40B4-BE49-F238E27FC236}">
                <a16:creationId xmlns:a16="http://schemas.microsoft.com/office/drawing/2014/main" id="{35971D56-80B9-1271-2204-86747A1DBAB0}"/>
              </a:ext>
            </a:extLst>
          </p:cNvPr>
          <p:cNvGraphicFramePr>
            <a:graphicFrameLocks noGrp="1"/>
          </p:cNvGraphicFramePr>
          <p:nvPr>
            <p:ph idx="1"/>
            <p:extLst>
              <p:ext uri="{D42A27DB-BD31-4B8C-83A1-F6EECF244321}">
                <p14:modId xmlns:p14="http://schemas.microsoft.com/office/powerpoint/2010/main" val="882310846"/>
              </p:ext>
            </p:extLst>
          </p:nvPr>
        </p:nvGraphicFramePr>
        <p:xfrm>
          <a:off x="420624" y="1825625"/>
          <a:ext cx="10515600" cy="420638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109740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el 30">
            <a:extLst>
              <a:ext uri="{FF2B5EF4-FFF2-40B4-BE49-F238E27FC236}">
                <a16:creationId xmlns:a16="http://schemas.microsoft.com/office/drawing/2014/main" id="{446CC6CC-33D7-4181-9969-72896FDB1901}"/>
              </a:ext>
            </a:extLst>
          </p:cNvPr>
          <p:cNvSpPr>
            <a:spLocks noGrp="1"/>
          </p:cNvSpPr>
          <p:nvPr>
            <p:ph type="title"/>
          </p:nvPr>
        </p:nvSpPr>
        <p:spPr>
          <a:xfrm>
            <a:off x="838200" y="365125"/>
            <a:ext cx="10515600" cy="1325563"/>
          </a:xfrm>
        </p:spPr>
        <p:txBody>
          <a:bodyPr vert="horz" lIns="91440" tIns="45720" rIns="91440" bIns="45720" rtlCol="0" anchor="ctr">
            <a:normAutofit/>
          </a:bodyPr>
          <a:lstStyle>
            <a:defPPr>
              <a:defRPr lang="de-DE"/>
            </a:defPPr>
          </a:lstStyle>
          <a:p>
            <a:r>
              <a:rPr lang="de-DE" b="1" kern="1200">
                <a:solidFill>
                  <a:schemeClr val="accent4">
                    <a:lumMod val="60000"/>
                    <a:lumOff val="40000"/>
                  </a:schemeClr>
                </a:solidFill>
                <a:latin typeface="Arial Black" panose="020B0A04020102020204" pitchFamily="34" charset="0"/>
                <a:ea typeface="+mj-ea"/>
                <a:cs typeface="+mj-cs"/>
              </a:rPr>
              <a:t>Über Uns</a:t>
            </a:r>
          </a:p>
        </p:txBody>
      </p:sp>
      <p:sp>
        <p:nvSpPr>
          <p:cNvPr id="30" name="Textplatzhalter 29">
            <a:extLst>
              <a:ext uri="{FF2B5EF4-FFF2-40B4-BE49-F238E27FC236}">
                <a16:creationId xmlns:a16="http://schemas.microsoft.com/office/drawing/2014/main" id="{78DDF0BA-462B-C044-14AF-F2FD2BFBAE3B}"/>
              </a:ext>
            </a:extLst>
          </p:cNvPr>
          <p:cNvSpPr>
            <a:spLocks noGrp="1"/>
          </p:cNvSpPr>
          <p:nvPr>
            <p:ph type="body" sz="quarter" idx="27"/>
          </p:nvPr>
        </p:nvSpPr>
        <p:spPr>
          <a:xfrm>
            <a:off x="1214003" y="4764289"/>
            <a:ext cx="2098039" cy="506399"/>
          </a:xfrm>
        </p:spPr>
        <p:txBody>
          <a:bodyPr vert="horz" lIns="91440" tIns="45720" rIns="91440" bIns="45720" rtlCol="0" anchor="b">
            <a:normAutofit/>
          </a:bodyPr>
          <a:lstStyle>
            <a:defPPr>
              <a:defRPr lang="de-DE"/>
            </a:defPPr>
          </a:lstStyle>
          <a:p>
            <a:r>
              <a:rPr lang="de-DE" b="1" i="0" kern="1200">
                <a:solidFill>
                  <a:schemeClr val="accent4">
                    <a:lumMod val="60000"/>
                    <a:lumOff val="40000"/>
                  </a:schemeClr>
                </a:solidFill>
                <a:latin typeface="+mn-lt"/>
                <a:ea typeface="+mj-ea"/>
                <a:cs typeface="+mn-cs"/>
              </a:rPr>
              <a:t>Tillmann Leiner</a:t>
            </a:r>
          </a:p>
        </p:txBody>
      </p:sp>
      <p:sp>
        <p:nvSpPr>
          <p:cNvPr id="3" name="Textplatzhalter 2">
            <a:extLst>
              <a:ext uri="{FF2B5EF4-FFF2-40B4-BE49-F238E27FC236}">
                <a16:creationId xmlns:a16="http://schemas.microsoft.com/office/drawing/2014/main" id="{DB6BD53F-D255-3797-F9DC-749DBF8EDF8B}"/>
              </a:ext>
            </a:extLst>
          </p:cNvPr>
          <p:cNvSpPr>
            <a:spLocks noGrp="1"/>
          </p:cNvSpPr>
          <p:nvPr>
            <p:ph type="body" sz="quarter" idx="28"/>
          </p:nvPr>
        </p:nvSpPr>
        <p:spPr>
          <a:xfrm>
            <a:off x="1214003" y="5295180"/>
            <a:ext cx="2098038" cy="506399"/>
          </a:xfrm>
        </p:spPr>
        <p:txBody>
          <a:bodyPr vert="horz" lIns="91440" tIns="45720" rIns="91440" bIns="45720" rtlCol="0">
            <a:normAutofit/>
          </a:bodyPr>
          <a:lstStyle>
            <a:defPPr>
              <a:defRPr lang="de-DE"/>
            </a:defPPr>
          </a:lstStyle>
          <a:p>
            <a:endParaRPr lang="de-DE" b="0" kern="1200">
              <a:latin typeface="+mn-lt"/>
              <a:ea typeface="+mn-ea"/>
              <a:cs typeface="+mn-cs"/>
            </a:endParaRPr>
          </a:p>
        </p:txBody>
      </p:sp>
      <p:pic>
        <p:nvPicPr>
          <p:cNvPr id="21" name="Bildplatzhalter 20" descr="Ein Bild, das Menschliches Gesicht, Person, Kleidung, Lächeln enthält.&#10;&#10;Automatisch generierte Beschreibung">
            <a:extLst>
              <a:ext uri="{FF2B5EF4-FFF2-40B4-BE49-F238E27FC236}">
                <a16:creationId xmlns:a16="http://schemas.microsoft.com/office/drawing/2014/main" id="{0CD68F5E-4085-0C73-2110-0005639FD950}"/>
              </a:ext>
            </a:extLst>
          </p:cNvPr>
          <p:cNvPicPr>
            <a:picLocks noGrp="1" noChangeAspect="1"/>
          </p:cNvPicPr>
          <p:nvPr>
            <p:ph type="pic" sz="quarter" idx="49"/>
          </p:nvPr>
        </p:nvPicPr>
        <p:blipFill>
          <a:blip r:embed="rId3"/>
          <a:srcRect t="3489" r="-3" b="7737"/>
          <a:stretch/>
        </p:blipFill>
        <p:spPr>
          <a:xfrm>
            <a:off x="3623536" y="1840730"/>
            <a:ext cx="2368061" cy="2102177"/>
          </a:xfrm>
          <a:noFill/>
        </p:spPr>
      </p:pic>
      <p:sp>
        <p:nvSpPr>
          <p:cNvPr id="22" name="Textplatzhalter 21">
            <a:extLst>
              <a:ext uri="{FF2B5EF4-FFF2-40B4-BE49-F238E27FC236}">
                <a16:creationId xmlns:a16="http://schemas.microsoft.com/office/drawing/2014/main" id="{A386226D-550B-455D-862A-19F0F7E85FDF}"/>
              </a:ext>
            </a:extLst>
          </p:cNvPr>
          <p:cNvSpPr>
            <a:spLocks noGrp="1"/>
          </p:cNvSpPr>
          <p:nvPr>
            <p:ph type="body" sz="quarter" idx="54"/>
          </p:nvPr>
        </p:nvSpPr>
        <p:spPr>
          <a:xfrm>
            <a:off x="3720440" y="4045832"/>
            <a:ext cx="2098039" cy="506399"/>
          </a:xfrm>
        </p:spPr>
        <p:txBody>
          <a:bodyPr vert="horz" lIns="91440" tIns="45720" rIns="91440" bIns="45720" rtlCol="0" anchor="b">
            <a:normAutofit fontScale="85000" lnSpcReduction="10000"/>
          </a:bodyPr>
          <a:lstStyle>
            <a:defPPr>
              <a:defRPr lang="de-DE"/>
            </a:defPPr>
          </a:lstStyle>
          <a:p>
            <a:r>
              <a:rPr lang="de-DE" b="1" i="0" kern="1200" err="1">
                <a:solidFill>
                  <a:schemeClr val="accent4">
                    <a:lumMod val="60000"/>
                    <a:lumOff val="40000"/>
                  </a:schemeClr>
                </a:solidFill>
                <a:latin typeface="+mn-lt"/>
                <a:ea typeface="+mj-ea"/>
                <a:cs typeface="+mn-cs"/>
              </a:rPr>
              <a:t>Medede</a:t>
            </a:r>
            <a:r>
              <a:rPr lang="de-DE" b="1" i="0" kern="1200">
                <a:solidFill>
                  <a:schemeClr val="accent4">
                    <a:lumMod val="60000"/>
                    <a:lumOff val="40000"/>
                  </a:schemeClr>
                </a:solidFill>
                <a:latin typeface="+mn-lt"/>
                <a:ea typeface="+mj-ea"/>
                <a:cs typeface="+mn-cs"/>
              </a:rPr>
              <a:t> </a:t>
            </a:r>
            <a:r>
              <a:rPr lang="de-DE" b="1" i="0" kern="1200" err="1">
                <a:solidFill>
                  <a:schemeClr val="accent4">
                    <a:lumMod val="60000"/>
                    <a:lumOff val="40000"/>
                  </a:schemeClr>
                </a:solidFill>
                <a:latin typeface="+mn-lt"/>
                <a:ea typeface="+mj-ea"/>
                <a:cs typeface="+mn-cs"/>
              </a:rPr>
              <a:t>Biham</a:t>
            </a:r>
            <a:r>
              <a:rPr lang="de-DE" b="1" i="0" kern="1200">
                <a:solidFill>
                  <a:schemeClr val="accent4">
                    <a:lumMod val="60000"/>
                    <a:lumOff val="40000"/>
                  </a:schemeClr>
                </a:solidFill>
                <a:latin typeface="+mn-lt"/>
                <a:ea typeface="+mj-ea"/>
                <a:cs typeface="+mn-cs"/>
              </a:rPr>
              <a:t> </a:t>
            </a:r>
            <a:r>
              <a:rPr lang="de-DE" b="1" i="0" kern="1200" err="1">
                <a:solidFill>
                  <a:schemeClr val="accent4">
                    <a:lumMod val="60000"/>
                    <a:lumOff val="40000"/>
                  </a:schemeClr>
                </a:solidFill>
                <a:latin typeface="+mn-lt"/>
                <a:ea typeface="+mj-ea"/>
                <a:cs typeface="+mn-cs"/>
              </a:rPr>
              <a:t>Tchala</a:t>
            </a:r>
            <a:endParaRPr lang="de-DE" b="1" i="0" kern="1200">
              <a:solidFill>
                <a:schemeClr val="accent4">
                  <a:lumMod val="60000"/>
                  <a:lumOff val="40000"/>
                </a:schemeClr>
              </a:solidFill>
              <a:latin typeface="+mn-lt"/>
              <a:ea typeface="+mj-ea"/>
              <a:cs typeface="+mn-cs"/>
            </a:endParaRPr>
          </a:p>
        </p:txBody>
      </p:sp>
      <p:sp>
        <p:nvSpPr>
          <p:cNvPr id="12" name="Textplatzhalter 11">
            <a:extLst>
              <a:ext uri="{FF2B5EF4-FFF2-40B4-BE49-F238E27FC236}">
                <a16:creationId xmlns:a16="http://schemas.microsoft.com/office/drawing/2014/main" id="{B673DA38-7DA2-CC40-82FC-BFB56BC10FC1}"/>
              </a:ext>
            </a:extLst>
          </p:cNvPr>
          <p:cNvSpPr>
            <a:spLocks noGrp="1"/>
          </p:cNvSpPr>
          <p:nvPr>
            <p:ph type="body" sz="quarter" idx="55"/>
          </p:nvPr>
        </p:nvSpPr>
        <p:spPr>
          <a:xfrm>
            <a:off x="3720440" y="4576723"/>
            <a:ext cx="2097088" cy="909637"/>
          </a:xfrm>
        </p:spPr>
        <p:txBody>
          <a:bodyPr vert="horz" lIns="91440" tIns="45720" rIns="91440" bIns="45720" rtlCol="0">
            <a:normAutofit/>
          </a:bodyPr>
          <a:lstStyle>
            <a:defPPr>
              <a:defRPr lang="de-DE"/>
            </a:defPPr>
          </a:lstStyle>
          <a:p>
            <a:endParaRPr lang="de-DE" altLang="zh-CN" b="0" i="0" kern="1200">
              <a:latin typeface="+mn-lt"/>
              <a:ea typeface="+mn-ea"/>
              <a:cs typeface="+mn-cs"/>
            </a:endParaRPr>
          </a:p>
        </p:txBody>
      </p:sp>
      <p:pic>
        <p:nvPicPr>
          <p:cNvPr id="19" name="Bildplatzhalter 18" descr="Ein Bild, das draußen, Person, Menschliches Gesicht, Himmel enthält.&#10;&#10;Automatisch generierte Beschreibung">
            <a:extLst>
              <a:ext uri="{FF2B5EF4-FFF2-40B4-BE49-F238E27FC236}">
                <a16:creationId xmlns:a16="http://schemas.microsoft.com/office/drawing/2014/main" id="{1BE04F3B-D7F9-6961-52FC-611FFD678217}"/>
              </a:ext>
            </a:extLst>
          </p:cNvPr>
          <p:cNvPicPr>
            <a:picLocks noGrp="1" noChangeAspect="1"/>
          </p:cNvPicPr>
          <p:nvPr>
            <p:ph type="pic" sz="quarter" idx="50"/>
          </p:nvPr>
        </p:nvPicPr>
        <p:blipFill>
          <a:blip r:embed="rId4"/>
          <a:srcRect t="11228" r="-3" b="-3"/>
          <a:stretch/>
        </p:blipFill>
        <p:spPr>
          <a:xfrm>
            <a:off x="6113401" y="2560353"/>
            <a:ext cx="2368061" cy="2102177"/>
          </a:xfrm>
          <a:noFill/>
        </p:spPr>
      </p:pic>
      <p:sp>
        <p:nvSpPr>
          <p:cNvPr id="9" name="Textplatzhalter 8">
            <a:extLst>
              <a:ext uri="{FF2B5EF4-FFF2-40B4-BE49-F238E27FC236}">
                <a16:creationId xmlns:a16="http://schemas.microsoft.com/office/drawing/2014/main" id="{2C77216C-99F2-F20D-361E-FC77B2A1C2D5}"/>
              </a:ext>
            </a:extLst>
          </p:cNvPr>
          <p:cNvSpPr>
            <a:spLocks noGrp="1"/>
          </p:cNvSpPr>
          <p:nvPr>
            <p:ph type="body" sz="quarter" idx="52"/>
          </p:nvPr>
        </p:nvSpPr>
        <p:spPr>
          <a:xfrm>
            <a:off x="6218710" y="4764289"/>
            <a:ext cx="2098039" cy="506399"/>
          </a:xfrm>
        </p:spPr>
        <p:txBody>
          <a:bodyPr vert="horz" lIns="91440" tIns="45720" rIns="91440" bIns="45720" rtlCol="0" anchor="b">
            <a:normAutofit/>
          </a:bodyPr>
          <a:lstStyle>
            <a:defPPr>
              <a:defRPr lang="de-DE"/>
            </a:defPPr>
          </a:lstStyle>
          <a:p>
            <a:r>
              <a:rPr lang="de-DE" b="1" i="0" kern="1200">
                <a:solidFill>
                  <a:schemeClr val="accent4">
                    <a:lumMod val="60000"/>
                    <a:lumOff val="40000"/>
                  </a:schemeClr>
                </a:solidFill>
                <a:latin typeface="+mn-lt"/>
                <a:ea typeface="+mj-ea"/>
                <a:cs typeface="+mn-cs"/>
              </a:rPr>
              <a:t>Yasin Ekinci</a:t>
            </a:r>
          </a:p>
        </p:txBody>
      </p:sp>
      <p:sp>
        <p:nvSpPr>
          <p:cNvPr id="17" name="Foliennummernplatzhalter 13">
            <a:extLst>
              <a:ext uri="{FF2B5EF4-FFF2-40B4-BE49-F238E27FC236}">
                <a16:creationId xmlns:a16="http://schemas.microsoft.com/office/drawing/2014/main" id="{9A322C9A-4C29-F80C-A85F-70A864549ADA}"/>
              </a:ext>
            </a:extLst>
          </p:cNvPr>
          <p:cNvSpPr txBox="1">
            <a:spLocks/>
          </p:cNvSpPr>
          <p:nvPr/>
        </p:nvSpPr>
        <p:spPr>
          <a:xfrm>
            <a:off x="6218710" y="5295180"/>
            <a:ext cx="2098038" cy="506399"/>
          </a:xfrm>
          <a:prstGeom prst="rect">
            <a:avLst/>
          </a:prstGeom>
        </p:spPr>
        <p:txBody>
          <a:bodyPr vert="horz" lIns="91440" tIns="45720" rIns="91440" bIns="45720" rtlCol="0">
            <a:normAutofit/>
          </a:bodyPr>
          <a:lstStyle>
            <a:defPPr>
              <a:defRPr lang="de-DE"/>
            </a:defPPr>
            <a:lvl1pPr marL="0" algn="ctr" defTabSz="914400" rtl="0" eaLnBrk="1" latinLnBrk="0" hangingPunct="1">
              <a:defRPr lang="de-DE" sz="1200" b="0" i="0" kern="1200">
                <a:solidFill>
                  <a:schemeClr val="tx1"/>
                </a:solidFill>
                <a:latin typeface="Abadi" panose="020B0604020104020204" pitchFamily="34" charset="0"/>
                <a:ea typeface="+mn-ea"/>
                <a:cs typeface="+mn-cs"/>
              </a:defRPr>
            </a:lvl1pPr>
            <a:lvl2pPr marL="457200" algn="l" defTabSz="914400" rtl="0" eaLnBrk="1" latinLnBrk="0" hangingPunct="1">
              <a:defRPr lang="de-DE" sz="1800" kern="1200">
                <a:solidFill>
                  <a:schemeClr val="tx1"/>
                </a:solidFill>
                <a:latin typeface="+mn-lt"/>
                <a:ea typeface="+mn-ea"/>
                <a:cs typeface="+mn-cs"/>
              </a:defRPr>
            </a:lvl2pPr>
            <a:lvl3pPr marL="914400" algn="l" defTabSz="914400" rtl="0" eaLnBrk="1" latinLnBrk="0" hangingPunct="1">
              <a:defRPr lang="de-DE" sz="1800" kern="1200">
                <a:solidFill>
                  <a:schemeClr val="tx1"/>
                </a:solidFill>
                <a:latin typeface="+mn-lt"/>
                <a:ea typeface="+mn-ea"/>
                <a:cs typeface="+mn-cs"/>
              </a:defRPr>
            </a:lvl3pPr>
            <a:lvl4pPr marL="1371600" algn="l" defTabSz="914400" rtl="0" eaLnBrk="1" latinLnBrk="0" hangingPunct="1">
              <a:defRPr lang="de-DE" sz="1800" kern="1200">
                <a:solidFill>
                  <a:schemeClr val="tx1"/>
                </a:solidFill>
                <a:latin typeface="+mn-lt"/>
                <a:ea typeface="+mn-ea"/>
                <a:cs typeface="+mn-cs"/>
              </a:defRPr>
            </a:lvl4pPr>
            <a:lvl5pPr marL="1828800" algn="l" defTabSz="914400" rtl="0" eaLnBrk="1" latinLnBrk="0" hangingPunct="1">
              <a:defRPr lang="de-DE" sz="1800" kern="1200">
                <a:solidFill>
                  <a:schemeClr val="tx1"/>
                </a:solidFill>
                <a:latin typeface="+mn-lt"/>
                <a:ea typeface="+mn-ea"/>
                <a:cs typeface="+mn-cs"/>
              </a:defRPr>
            </a:lvl5pPr>
            <a:lvl6pPr marL="2286000" algn="l" defTabSz="914400" rtl="0" eaLnBrk="1" latinLnBrk="0" hangingPunct="1">
              <a:defRPr lang="de-DE" sz="1800" kern="1200">
                <a:solidFill>
                  <a:schemeClr val="tx1"/>
                </a:solidFill>
                <a:latin typeface="+mn-lt"/>
                <a:ea typeface="+mn-ea"/>
                <a:cs typeface="+mn-cs"/>
              </a:defRPr>
            </a:lvl6pPr>
            <a:lvl7pPr marL="2743200" algn="l" defTabSz="914400" rtl="0" eaLnBrk="1" latinLnBrk="0" hangingPunct="1">
              <a:defRPr lang="de-DE" sz="1800" kern="1200">
                <a:solidFill>
                  <a:schemeClr val="tx1"/>
                </a:solidFill>
                <a:latin typeface="+mn-lt"/>
                <a:ea typeface="+mn-ea"/>
                <a:cs typeface="+mn-cs"/>
              </a:defRPr>
            </a:lvl7pPr>
            <a:lvl8pPr marL="3200400" algn="l" defTabSz="914400" rtl="0" eaLnBrk="1" latinLnBrk="0" hangingPunct="1">
              <a:defRPr lang="de-DE" sz="1800" kern="1200">
                <a:solidFill>
                  <a:schemeClr val="tx1"/>
                </a:solidFill>
                <a:latin typeface="+mn-lt"/>
                <a:ea typeface="+mn-ea"/>
                <a:cs typeface="+mn-cs"/>
              </a:defRPr>
            </a:lvl8pPr>
            <a:lvl9pPr marL="3657600" algn="l" defTabSz="914400" rtl="0" eaLnBrk="1" latinLnBrk="0" hangingPunct="1">
              <a:defRPr lang="de-DE" sz="1800" kern="1200">
                <a:solidFill>
                  <a:schemeClr val="tx1"/>
                </a:solidFill>
                <a:latin typeface="+mn-lt"/>
                <a:ea typeface="+mn-ea"/>
                <a:cs typeface="+mn-cs"/>
              </a:defRPr>
            </a:lvl9pPr>
          </a:lstStyle>
          <a:p>
            <a:pPr marR="0" fontAlgn="auto">
              <a:spcBef>
                <a:spcPts val="1000"/>
              </a:spcBef>
              <a:spcAft>
                <a:spcPts val="0"/>
              </a:spcAft>
              <a:buClrTx/>
              <a:buSzTx/>
              <a:tabLst/>
              <a:defRPr lang="de-DE"/>
            </a:pPr>
            <a:r>
              <a:rPr kumimoji="0" lang="de-DE" altLang="zh-CN" sz="1400" b="0" i="0" u="none" strike="noStrike" kern="1200" cap="none" spc="0" normalizeH="0" baseline="0">
                <a:ln>
                  <a:noFill/>
                </a:ln>
                <a:solidFill>
                  <a:schemeClr val="bg1"/>
                </a:solidFill>
                <a:effectLst/>
                <a:uLnTx/>
                <a:uFillTx/>
                <a:latin typeface="+mn-lt"/>
                <a:ea typeface="+mn-ea"/>
                <a:cs typeface="+mn-cs"/>
              </a:rPr>
              <a:t>J</a:t>
            </a:r>
          </a:p>
        </p:txBody>
      </p:sp>
      <p:pic>
        <p:nvPicPr>
          <p:cNvPr id="28" name="Bildplatzhalter 27" descr="Ein Bild, das Menschliches Gesicht, Porträt, Person, Lächeln enthält.&#10;&#10;Automatisch generierte Beschreibung">
            <a:extLst>
              <a:ext uri="{FF2B5EF4-FFF2-40B4-BE49-F238E27FC236}">
                <a16:creationId xmlns:a16="http://schemas.microsoft.com/office/drawing/2014/main" id="{A7B1397B-338B-E6BC-CAFB-548D11515090}"/>
              </a:ext>
            </a:extLst>
          </p:cNvPr>
          <p:cNvPicPr>
            <a:picLocks noGrp="1" noChangeAspect="1"/>
          </p:cNvPicPr>
          <p:nvPr>
            <p:ph type="pic" sz="quarter" idx="51"/>
          </p:nvPr>
        </p:nvPicPr>
        <p:blipFill>
          <a:blip r:embed="rId5"/>
          <a:srcRect t="5600" b="5600"/>
          <a:stretch>
            <a:fillRect/>
          </a:stretch>
        </p:blipFill>
        <p:spPr>
          <a:xfrm>
            <a:off x="8501063" y="1836738"/>
            <a:ext cx="2366962" cy="2101850"/>
          </a:xfrm>
        </p:spPr>
      </p:pic>
      <p:sp>
        <p:nvSpPr>
          <p:cNvPr id="26" name="Textplatzhalter 25">
            <a:extLst>
              <a:ext uri="{FF2B5EF4-FFF2-40B4-BE49-F238E27FC236}">
                <a16:creationId xmlns:a16="http://schemas.microsoft.com/office/drawing/2014/main" id="{D32E8129-4557-FB4F-128A-16770815B5B8}"/>
              </a:ext>
            </a:extLst>
          </p:cNvPr>
          <p:cNvSpPr>
            <a:spLocks noGrp="1"/>
          </p:cNvSpPr>
          <p:nvPr>
            <p:ph type="body" sz="quarter" idx="56"/>
          </p:nvPr>
        </p:nvSpPr>
        <p:spPr>
          <a:xfrm>
            <a:off x="8635340" y="4045832"/>
            <a:ext cx="2098039" cy="506399"/>
          </a:xfrm>
        </p:spPr>
        <p:txBody>
          <a:bodyPr vert="horz" lIns="91440" tIns="45720" rIns="91440" bIns="45720" rtlCol="0" anchor="b">
            <a:normAutofit/>
          </a:bodyPr>
          <a:lstStyle>
            <a:defPPr>
              <a:defRPr lang="de-DE"/>
            </a:defPPr>
          </a:lstStyle>
          <a:p>
            <a:r>
              <a:rPr lang="de-DE" b="1" i="0" kern="1200">
                <a:solidFill>
                  <a:schemeClr val="accent4">
                    <a:lumMod val="60000"/>
                    <a:lumOff val="40000"/>
                  </a:schemeClr>
                </a:solidFill>
                <a:latin typeface="+mn-lt"/>
                <a:ea typeface="+mj-ea"/>
                <a:cs typeface="+mn-cs"/>
              </a:rPr>
              <a:t>Mats Engbers</a:t>
            </a:r>
          </a:p>
        </p:txBody>
      </p:sp>
      <p:sp>
        <p:nvSpPr>
          <p:cNvPr id="24" name="Textplatzhalter 23">
            <a:extLst>
              <a:ext uri="{FF2B5EF4-FFF2-40B4-BE49-F238E27FC236}">
                <a16:creationId xmlns:a16="http://schemas.microsoft.com/office/drawing/2014/main" id="{517DFAED-4F69-372D-790F-14ABD197D926}"/>
              </a:ext>
            </a:extLst>
          </p:cNvPr>
          <p:cNvSpPr>
            <a:spLocks noGrp="1"/>
          </p:cNvSpPr>
          <p:nvPr>
            <p:ph type="body" sz="quarter" idx="57"/>
          </p:nvPr>
        </p:nvSpPr>
        <p:spPr>
          <a:xfrm>
            <a:off x="8635340" y="4576723"/>
            <a:ext cx="2097088" cy="909637"/>
          </a:xfrm>
        </p:spPr>
        <p:txBody>
          <a:bodyPr vert="horz" lIns="91440" tIns="45720" rIns="91440" bIns="45720" rtlCol="0">
            <a:normAutofit/>
          </a:bodyPr>
          <a:lstStyle>
            <a:defPPr>
              <a:defRPr lang="de-DE"/>
            </a:defPPr>
          </a:lstStyle>
          <a:p>
            <a:endParaRPr lang="de-DE" altLang="zh-CN" b="0" i="0" kern="1200">
              <a:latin typeface="+mn-lt"/>
              <a:ea typeface="+mn-ea"/>
              <a:cs typeface="+mn-cs"/>
            </a:endParaRPr>
          </a:p>
        </p:txBody>
      </p:sp>
      <p:sp>
        <p:nvSpPr>
          <p:cNvPr id="6" name="Fußzeilenplatzhalter 5">
            <a:extLst>
              <a:ext uri="{FF2B5EF4-FFF2-40B4-BE49-F238E27FC236}">
                <a16:creationId xmlns:a16="http://schemas.microsoft.com/office/drawing/2014/main" id="{CFCEC6B0-3600-28A0-E10B-B1F4C99B1E33}"/>
              </a:ext>
            </a:extLst>
          </p:cNvPr>
          <p:cNvSpPr>
            <a:spLocks noGrp="1"/>
          </p:cNvSpPr>
          <p:nvPr>
            <p:ph type="ftr" sz="quarter" idx="58"/>
          </p:nvPr>
        </p:nvSpPr>
        <p:spPr>
          <a:xfrm>
            <a:off x="484632" y="6217920"/>
            <a:ext cx="4114800" cy="365125"/>
          </a:xfrm>
        </p:spPr>
        <p:txBody>
          <a:bodyPr vert="horz" lIns="91440" tIns="45720" rIns="91440" bIns="45720" rtlCol="0" anchor="ctr">
            <a:normAutofit/>
          </a:bodyPr>
          <a:lstStyle>
            <a:defPPr>
              <a:defRPr lang="de-DE"/>
            </a:defPPr>
          </a:lstStyle>
          <a:p>
            <a:pPr>
              <a:spcAft>
                <a:spcPts val="600"/>
              </a:spcAft>
            </a:pPr>
            <a:r>
              <a:rPr lang="de-DE" kern="1200">
                <a:latin typeface="+mn-lt"/>
                <a:ea typeface="+mn-ea"/>
                <a:cs typeface="+mn-cs"/>
              </a:rPr>
              <a:t>Die digitale Bankfiliale</a:t>
            </a:r>
          </a:p>
        </p:txBody>
      </p:sp>
      <p:sp>
        <p:nvSpPr>
          <p:cNvPr id="25" name="Bildplatzhalter 24">
            <a:extLst>
              <a:ext uri="{FF2B5EF4-FFF2-40B4-BE49-F238E27FC236}">
                <a16:creationId xmlns:a16="http://schemas.microsoft.com/office/drawing/2014/main" id="{F3C348CD-28CB-0B21-F760-66DD66805058}"/>
              </a:ext>
            </a:extLst>
          </p:cNvPr>
          <p:cNvSpPr>
            <a:spLocks noGrp="1"/>
          </p:cNvSpPr>
          <p:nvPr>
            <p:ph type="pic" sz="quarter" idx="48"/>
          </p:nvPr>
        </p:nvSpPr>
        <p:spPr/>
        <p:txBody>
          <a:bodyPr/>
          <a:lstStyle/>
          <a:p>
            <a:endParaRPr lang="de-DE"/>
          </a:p>
        </p:txBody>
      </p:sp>
    </p:spTree>
    <p:extLst>
      <p:ext uri="{BB962C8B-B14F-4D97-AF65-F5344CB8AC3E}">
        <p14:creationId xmlns:p14="http://schemas.microsoft.com/office/powerpoint/2010/main" val="21078881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81D18537-D028-9E9C-FB87-93F24955DFC7}"/>
              </a:ext>
            </a:extLst>
          </p:cNvPr>
          <p:cNvSpPr>
            <a:spLocks noGrp="1"/>
          </p:cNvSpPr>
          <p:nvPr>
            <p:ph type="title"/>
          </p:nvPr>
        </p:nvSpPr>
        <p:spPr>
          <a:xfrm>
            <a:off x="509574" y="2096892"/>
            <a:ext cx="5117162" cy="1325563"/>
          </a:xfrm>
        </p:spPr>
        <p:txBody>
          <a:bodyPr rtlCol="0"/>
          <a:lstStyle>
            <a:defPPr>
              <a:defRPr lang="de-DE"/>
            </a:defPPr>
          </a:lstStyle>
          <a:p>
            <a:pPr rtl="0"/>
            <a:r>
              <a:rPr lang="de-DE">
                <a:solidFill>
                  <a:schemeClr val="accent4">
                    <a:lumMod val="60000"/>
                    <a:lumOff val="40000"/>
                  </a:schemeClr>
                </a:solidFill>
              </a:rPr>
              <a:t>Unsere Idee</a:t>
            </a:r>
          </a:p>
        </p:txBody>
      </p:sp>
      <p:sp>
        <p:nvSpPr>
          <p:cNvPr id="20" name="Textplatzhalter 19">
            <a:extLst>
              <a:ext uri="{FF2B5EF4-FFF2-40B4-BE49-F238E27FC236}">
                <a16:creationId xmlns:a16="http://schemas.microsoft.com/office/drawing/2014/main" id="{CC0093B1-77CC-1E61-FB22-E136F94EABD2}"/>
              </a:ext>
            </a:extLst>
          </p:cNvPr>
          <p:cNvSpPr>
            <a:spLocks noGrp="1"/>
          </p:cNvSpPr>
          <p:nvPr>
            <p:ph type="body" sz="quarter" idx="28"/>
          </p:nvPr>
        </p:nvSpPr>
        <p:spPr>
          <a:xfrm>
            <a:off x="509574" y="3435545"/>
            <a:ext cx="4260180" cy="2780119"/>
          </a:xfrm>
        </p:spPr>
        <p:txBody>
          <a:bodyPr rtlCol="0"/>
          <a:lstStyle>
            <a:defPPr>
              <a:defRPr lang="de-DE"/>
            </a:defPPr>
          </a:lstStyle>
          <a:p>
            <a:pPr rtl="0"/>
            <a:r>
              <a:rPr lang="de-DE">
                <a:solidFill>
                  <a:schemeClr val="accent4">
                    <a:lumMod val="40000"/>
                    <a:lumOff val="60000"/>
                  </a:schemeClr>
                </a:solidFill>
              </a:rPr>
              <a:t>Ziel  ➠ </a:t>
            </a:r>
            <a:r>
              <a:rPr lang="de-DE"/>
              <a:t>Das Hauptziel des Projekts ist es, eine umfassende und benutzerfreundliche Web-Banking-Anwendung zu entwickeln, die es Nutzern ermöglicht ihre persönlichen Finanzen an einem Ort zu verwalten. </a:t>
            </a:r>
          </a:p>
          <a:p>
            <a:pPr rtl="0"/>
            <a:r>
              <a:rPr lang="de-DE">
                <a:solidFill>
                  <a:schemeClr val="accent4">
                    <a:lumMod val="40000"/>
                    <a:lumOff val="60000"/>
                  </a:schemeClr>
                </a:solidFill>
              </a:rPr>
              <a:t>Motivation ➠ </a:t>
            </a:r>
            <a:r>
              <a:rPr lang="de-DE"/>
              <a:t>Motivation für das Projekt sind eine gedankliche Vorbereitung auf die Arbeit bei der FI und einem Experiment, wie viele Funktionen einer </a:t>
            </a:r>
            <a:r>
              <a:rPr lang="de-DE" err="1"/>
              <a:t>Webbankanwendungin</a:t>
            </a:r>
            <a:r>
              <a:rPr lang="de-DE"/>
              <a:t> zwei Wochen realisiert bzw. simuliert werden können.</a:t>
            </a:r>
            <a:endParaRPr lang="de-DE">
              <a:solidFill>
                <a:schemeClr val="accent4">
                  <a:lumMod val="40000"/>
                  <a:lumOff val="60000"/>
                </a:schemeClr>
              </a:solidFill>
            </a:endParaRPr>
          </a:p>
        </p:txBody>
      </p:sp>
      <p:sp>
        <p:nvSpPr>
          <p:cNvPr id="18" name="Fußzeilenplatzhalter 17">
            <a:extLst>
              <a:ext uri="{FF2B5EF4-FFF2-40B4-BE49-F238E27FC236}">
                <a16:creationId xmlns:a16="http://schemas.microsoft.com/office/drawing/2014/main" id="{59AC624B-4FD9-E308-F182-08902D49A82B}"/>
              </a:ext>
            </a:extLst>
          </p:cNvPr>
          <p:cNvSpPr>
            <a:spLocks noGrp="1"/>
          </p:cNvSpPr>
          <p:nvPr>
            <p:ph type="ftr" sz="quarter" idx="52"/>
          </p:nvPr>
        </p:nvSpPr>
        <p:spPr>
          <a:xfrm>
            <a:off x="484632" y="6217920"/>
            <a:ext cx="4114800" cy="365125"/>
          </a:xfrm>
        </p:spPr>
        <p:txBody>
          <a:bodyPr rtlCol="0"/>
          <a:lstStyle>
            <a:defPPr>
              <a:defRPr lang="de-DE"/>
            </a:defPPr>
          </a:lstStyle>
          <a:p>
            <a:pPr rtl="0"/>
            <a:r>
              <a:rPr lang="de-DE"/>
              <a:t>Die digitale Bankfiliale</a:t>
            </a:r>
          </a:p>
        </p:txBody>
      </p:sp>
      <p:pic>
        <p:nvPicPr>
          <p:cNvPr id="12" name="Bildplatzhalter 11" descr="Menschen an einem Tisch mit ihren Laptops">
            <a:extLst>
              <a:ext uri="{FF2B5EF4-FFF2-40B4-BE49-F238E27FC236}">
                <a16:creationId xmlns:a16="http://schemas.microsoft.com/office/drawing/2014/main" id="{8C4B5C6A-45B4-1976-622A-4CEB4E3211BC}"/>
              </a:ext>
            </a:extLst>
          </p:cNvPr>
          <p:cNvPicPr>
            <a:picLocks noGrp="1" noChangeAspect="1"/>
          </p:cNvPicPr>
          <p:nvPr>
            <p:ph type="pic" sz="quarter" idx="51"/>
          </p:nvPr>
        </p:nvPicPr>
        <p:blipFill rotWithShape="1">
          <a:blip r:embed="rId3" cstate="print">
            <a:extLst>
              <a:ext uri="{28A0092B-C50C-407E-A947-70E740481C1C}">
                <a14:useLocalDpi xmlns:a14="http://schemas.microsoft.com/office/drawing/2010/main"/>
              </a:ext>
            </a:extLst>
          </a:blip>
          <a:srcRect l="26" r="26"/>
          <a:stretch/>
        </p:blipFill>
        <p:spPr>
          <a:xfrm>
            <a:off x="5745001" y="0"/>
            <a:ext cx="6446999" cy="6858000"/>
          </a:xfrm>
        </p:spPr>
      </p:pic>
      <p:sp>
        <p:nvSpPr>
          <p:cNvPr id="6" name="Freihandform: Form 5">
            <a:extLst>
              <a:ext uri="{FF2B5EF4-FFF2-40B4-BE49-F238E27FC236}">
                <a16:creationId xmlns:a16="http://schemas.microsoft.com/office/drawing/2014/main" id="{D91FB993-29E1-3DBD-8335-7970016F8DE7}"/>
              </a:ext>
              <a:ext uri="{C183D7F6-B498-43B3-948B-1728B52AA6E4}">
                <adec:decorative xmlns:adec="http://schemas.microsoft.com/office/drawing/2017/decorative" val="1"/>
              </a:ext>
            </a:extLst>
          </p:cNvPr>
          <p:cNvSpPr/>
          <p:nvPr/>
        </p:nvSpPr>
        <p:spPr>
          <a:xfrm>
            <a:off x="4584821" y="311581"/>
            <a:ext cx="1896941" cy="217161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noFill/>
          <a:ln w="19050" cap="flat" cmpd="sng" algn="ctr">
            <a:solidFill>
              <a:srgbClr val="C95B3A"/>
            </a:solidFill>
            <a:prstDash val="solid"/>
            <a:miter lim="800000"/>
          </a:ln>
          <a:effectLst/>
        </p:spPr>
        <p:txBody>
          <a:bodyPr rtlCol="0" anchor="ctr"/>
          <a:lstStyle>
            <a:defPPr>
              <a:defRPr lang="de-DE"/>
            </a:defPPr>
          </a:lstStyle>
          <a:p>
            <a:pPr marL="0" marR="0" lvl="0" indent="0" algn="ctr" defTabSz="914400" rtl="0" eaLnBrk="1" fontAlgn="auto" latinLnBrk="0" hangingPunct="1">
              <a:lnSpc>
                <a:spcPct val="100000"/>
              </a:lnSpc>
              <a:spcBef>
                <a:spcPts val="0"/>
              </a:spcBef>
              <a:spcAft>
                <a:spcPts val="0"/>
              </a:spcAft>
              <a:buClrTx/>
              <a:buSzTx/>
              <a:buFontTx/>
              <a:buNone/>
              <a:tabLst/>
              <a:defRPr lang="de-DE"/>
            </a:pPr>
            <a:endParaRPr kumimoji="0" lang="de-DE" sz="1800" b="0" i="0" u="none" strike="noStrike" kern="0" cap="none" spc="0" normalizeH="0" baseline="0">
              <a:ln>
                <a:noFill/>
              </a:ln>
              <a:solidFill>
                <a:srgbClr val="F7D952"/>
              </a:solidFill>
              <a:effectLst/>
              <a:uLnTx/>
              <a:uFillTx/>
              <a:latin typeface="Posterama Text SemiBold"/>
              <a:ea typeface="+mn-ea"/>
              <a:cs typeface="+mn-cs"/>
            </a:endParaRPr>
          </a:p>
        </p:txBody>
      </p:sp>
      <p:sp>
        <p:nvSpPr>
          <p:cNvPr id="9" name="Foliennummernplatzhalter 13">
            <a:extLst>
              <a:ext uri="{FF2B5EF4-FFF2-40B4-BE49-F238E27FC236}">
                <a16:creationId xmlns:a16="http://schemas.microsoft.com/office/drawing/2014/main" id="{D246665A-6901-3F62-340A-A95E775ACA48}"/>
              </a:ext>
            </a:extLst>
          </p:cNvPr>
          <p:cNvSpPr txBox="1">
            <a:spLocks/>
          </p:cNvSpPr>
          <p:nvPr/>
        </p:nvSpPr>
        <p:spPr>
          <a:xfrm>
            <a:off x="11194169" y="6215665"/>
            <a:ext cx="458592" cy="365125"/>
          </a:xfrm>
          <a:prstGeom prst="rect">
            <a:avLst/>
          </a:prstGeom>
        </p:spPr>
        <p:txBody>
          <a:bodyPr rtlCol="0" anchor="ctr"/>
          <a:lstStyle>
            <a:defPPr>
              <a:defRPr lang="de-DE"/>
            </a:defPPr>
            <a:lvl1pPr marL="0" algn="ctr" defTabSz="914400" rtl="0" eaLnBrk="1" latinLnBrk="0" hangingPunct="1">
              <a:defRPr lang="de-DE" sz="1200" b="0" i="0" kern="1200">
                <a:solidFill>
                  <a:schemeClr val="tx1"/>
                </a:solidFill>
                <a:latin typeface="Abadi" panose="020B0604020104020204" pitchFamily="34" charset="0"/>
                <a:ea typeface="+mn-ea"/>
                <a:cs typeface="+mn-cs"/>
              </a:defRPr>
            </a:lvl1pPr>
            <a:lvl2pPr marL="457200" algn="l" defTabSz="914400" rtl="0" eaLnBrk="1" latinLnBrk="0" hangingPunct="1">
              <a:defRPr lang="de-DE" sz="1800" kern="1200">
                <a:solidFill>
                  <a:schemeClr val="tx1"/>
                </a:solidFill>
                <a:latin typeface="+mn-lt"/>
                <a:ea typeface="+mn-ea"/>
                <a:cs typeface="+mn-cs"/>
              </a:defRPr>
            </a:lvl2pPr>
            <a:lvl3pPr marL="914400" algn="l" defTabSz="914400" rtl="0" eaLnBrk="1" latinLnBrk="0" hangingPunct="1">
              <a:defRPr lang="de-DE" sz="1800" kern="1200">
                <a:solidFill>
                  <a:schemeClr val="tx1"/>
                </a:solidFill>
                <a:latin typeface="+mn-lt"/>
                <a:ea typeface="+mn-ea"/>
                <a:cs typeface="+mn-cs"/>
              </a:defRPr>
            </a:lvl3pPr>
            <a:lvl4pPr marL="1371600" algn="l" defTabSz="914400" rtl="0" eaLnBrk="1" latinLnBrk="0" hangingPunct="1">
              <a:defRPr lang="de-DE" sz="1800" kern="1200">
                <a:solidFill>
                  <a:schemeClr val="tx1"/>
                </a:solidFill>
                <a:latin typeface="+mn-lt"/>
                <a:ea typeface="+mn-ea"/>
                <a:cs typeface="+mn-cs"/>
              </a:defRPr>
            </a:lvl4pPr>
            <a:lvl5pPr marL="1828800" algn="l" defTabSz="914400" rtl="0" eaLnBrk="1" latinLnBrk="0" hangingPunct="1">
              <a:defRPr lang="de-DE" sz="1800" kern="1200">
                <a:solidFill>
                  <a:schemeClr val="tx1"/>
                </a:solidFill>
                <a:latin typeface="+mn-lt"/>
                <a:ea typeface="+mn-ea"/>
                <a:cs typeface="+mn-cs"/>
              </a:defRPr>
            </a:lvl5pPr>
            <a:lvl6pPr marL="2286000" algn="l" defTabSz="914400" rtl="0" eaLnBrk="1" latinLnBrk="0" hangingPunct="1">
              <a:defRPr lang="de-DE" sz="1800" kern="1200">
                <a:solidFill>
                  <a:schemeClr val="tx1"/>
                </a:solidFill>
                <a:latin typeface="+mn-lt"/>
                <a:ea typeface="+mn-ea"/>
                <a:cs typeface="+mn-cs"/>
              </a:defRPr>
            </a:lvl6pPr>
            <a:lvl7pPr marL="2743200" algn="l" defTabSz="914400" rtl="0" eaLnBrk="1" latinLnBrk="0" hangingPunct="1">
              <a:defRPr lang="de-DE" sz="1800" kern="1200">
                <a:solidFill>
                  <a:schemeClr val="tx1"/>
                </a:solidFill>
                <a:latin typeface="+mn-lt"/>
                <a:ea typeface="+mn-ea"/>
                <a:cs typeface="+mn-cs"/>
              </a:defRPr>
            </a:lvl7pPr>
            <a:lvl8pPr marL="3200400" algn="l" defTabSz="914400" rtl="0" eaLnBrk="1" latinLnBrk="0" hangingPunct="1">
              <a:defRPr lang="de-DE" sz="1800" kern="1200">
                <a:solidFill>
                  <a:schemeClr val="tx1"/>
                </a:solidFill>
                <a:latin typeface="+mn-lt"/>
                <a:ea typeface="+mn-ea"/>
                <a:cs typeface="+mn-cs"/>
              </a:defRPr>
            </a:lvl8pPr>
            <a:lvl9pPr marL="3657600" algn="l" defTabSz="914400" rtl="0" eaLnBrk="1" latinLnBrk="0" hangingPunct="1">
              <a:defRPr lang="de-DE"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lang="de-DE"/>
            </a:pPr>
            <a:fld id="{47FEACEE-25B4-4A2D-B147-27296E36371D}" type="slidenum">
              <a:rPr kumimoji="0" lang="de-DE"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lang="de-DE"/>
              </a:pPr>
              <a:t>4</a:t>
            </a:fld>
            <a:endParaRPr kumimoji="0" lang="de-DE" altLang="zh-CN" sz="1200" u="none" strike="noStrike" kern="1200" cap="none" spc="0" normalizeH="0" baseline="0">
              <a:ln>
                <a:noFill/>
              </a:ln>
              <a:solidFill>
                <a:schemeClr val="bg1"/>
              </a:solidFill>
              <a:effectLst/>
              <a:uLnTx/>
              <a:uFillTx/>
            </a:endParaRPr>
          </a:p>
        </p:txBody>
      </p:sp>
    </p:spTree>
    <p:extLst>
      <p:ext uri="{BB962C8B-B14F-4D97-AF65-F5344CB8AC3E}">
        <p14:creationId xmlns:p14="http://schemas.microsoft.com/office/powerpoint/2010/main" val="775548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el 7">
            <a:extLst>
              <a:ext uri="{FF2B5EF4-FFF2-40B4-BE49-F238E27FC236}">
                <a16:creationId xmlns:a16="http://schemas.microsoft.com/office/drawing/2014/main" id="{721E73BA-53B9-C0C1-476A-00736A64AB79}"/>
              </a:ext>
            </a:extLst>
          </p:cNvPr>
          <p:cNvSpPr>
            <a:spLocks noGrp="1"/>
          </p:cNvSpPr>
          <p:nvPr>
            <p:ph type="title"/>
          </p:nvPr>
        </p:nvSpPr>
        <p:spPr/>
        <p:txBody>
          <a:bodyPr rtlCol="0"/>
          <a:lstStyle>
            <a:defPPr>
              <a:defRPr lang="de-DE"/>
            </a:defPPr>
          </a:lstStyle>
          <a:p>
            <a:r>
              <a:rPr lang="de-DE">
                <a:solidFill>
                  <a:schemeClr val="accent4">
                    <a:lumMod val="40000"/>
                    <a:lumOff val="60000"/>
                  </a:schemeClr>
                </a:solidFill>
              </a:rPr>
              <a:t>Unsere Planung</a:t>
            </a:r>
            <a:br>
              <a:rPr lang="de-DE">
                <a:solidFill>
                  <a:schemeClr val="accent4">
                    <a:lumMod val="40000"/>
                    <a:lumOff val="60000"/>
                  </a:schemeClr>
                </a:solidFill>
              </a:rPr>
            </a:br>
            <a:r>
              <a:rPr lang="de-DE" sz="2400"/>
              <a:t>Anwendererzählung – „User Stories“</a:t>
            </a:r>
            <a:br>
              <a:rPr lang="de-DE"/>
            </a:br>
            <a:endParaRPr lang="de-DE">
              <a:solidFill>
                <a:schemeClr val="accent4">
                  <a:lumMod val="40000"/>
                  <a:lumOff val="60000"/>
                </a:schemeClr>
              </a:solidFill>
            </a:endParaRPr>
          </a:p>
        </p:txBody>
      </p:sp>
      <p:pic>
        <p:nvPicPr>
          <p:cNvPr id="192" name="Bildplatzhalter 191" descr="Abakus mit fester Füllung">
            <a:extLst>
              <a:ext uri="{FF2B5EF4-FFF2-40B4-BE49-F238E27FC236}">
                <a16:creationId xmlns:a16="http://schemas.microsoft.com/office/drawing/2014/main" id="{03D5E3D1-D423-EF5A-EE43-00CF1BD7FF63}"/>
              </a:ext>
            </a:extLst>
          </p:cNvPr>
          <p:cNvPicPr>
            <a:picLocks noGrp="1" noChangeAspect="1"/>
          </p:cNvPicPr>
          <p:nvPr>
            <p:ph type="pic" sz="quarter" idx="36"/>
          </p:nvPr>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5182" r="5182"/>
          <a:stretch>
            <a:fillRect/>
          </a:stretch>
        </p:blipFill>
        <p:spPr/>
      </p:pic>
      <p:sp>
        <p:nvSpPr>
          <p:cNvPr id="9" name="Textplatzhalter 8">
            <a:extLst>
              <a:ext uri="{FF2B5EF4-FFF2-40B4-BE49-F238E27FC236}">
                <a16:creationId xmlns:a16="http://schemas.microsoft.com/office/drawing/2014/main" id="{FA96FE97-5E27-FC36-5E3A-511A31E6C789}"/>
              </a:ext>
            </a:extLst>
          </p:cNvPr>
          <p:cNvSpPr>
            <a:spLocks noGrp="1"/>
          </p:cNvSpPr>
          <p:nvPr>
            <p:ph type="body" sz="quarter" idx="27"/>
          </p:nvPr>
        </p:nvSpPr>
        <p:spPr/>
        <p:txBody>
          <a:bodyPr rtlCol="0"/>
          <a:lstStyle>
            <a:defPPr>
              <a:defRPr lang="de-DE"/>
            </a:defPPr>
          </a:lstStyle>
          <a:p>
            <a:pPr rtl="0"/>
            <a:r>
              <a:rPr lang="de-DE"/>
              <a:t>Benutzer</a:t>
            </a:r>
          </a:p>
        </p:txBody>
      </p:sp>
      <p:sp>
        <p:nvSpPr>
          <p:cNvPr id="10" name="Textplatzhalter 9">
            <a:extLst>
              <a:ext uri="{FF2B5EF4-FFF2-40B4-BE49-F238E27FC236}">
                <a16:creationId xmlns:a16="http://schemas.microsoft.com/office/drawing/2014/main" id="{4CE5DE1C-24E7-3841-9376-89E91B4A4762}"/>
              </a:ext>
            </a:extLst>
          </p:cNvPr>
          <p:cNvSpPr>
            <a:spLocks noGrp="1"/>
          </p:cNvSpPr>
          <p:nvPr>
            <p:ph type="body" sz="quarter" idx="28"/>
          </p:nvPr>
        </p:nvSpPr>
        <p:spPr>
          <a:xfrm>
            <a:off x="5271608" y="1469068"/>
            <a:ext cx="5162709" cy="5111721"/>
          </a:xfrm>
        </p:spPr>
        <p:txBody>
          <a:bodyPr rtlCol="0"/>
          <a:lstStyle>
            <a:defPPr>
              <a:defRPr lang="de-DE"/>
            </a:defPPr>
          </a:lstStyle>
          <a:p>
            <a:pPr rtl="0">
              <a:buFont typeface="+mj-lt"/>
              <a:buAutoNum type="arabicPeriod"/>
            </a:pPr>
            <a:endParaRPr lang="de-DE">
              <a:effectLst/>
            </a:endParaRPr>
          </a:p>
          <a:p>
            <a:pPr rtl="0">
              <a:buFont typeface="+mj-lt"/>
              <a:buAutoNum type="arabicPeriod"/>
            </a:pPr>
            <a:r>
              <a:rPr lang="de-DE">
                <a:effectLst/>
              </a:rPr>
              <a:t>Ein anonymer Benutzer kann ein Konto online eröffnen  </a:t>
            </a:r>
            <a:endParaRPr lang="de-DE"/>
          </a:p>
          <a:p>
            <a:pPr rtl="0">
              <a:buFont typeface="+mj-lt"/>
              <a:buAutoNum type="arabicPeriod"/>
            </a:pPr>
            <a:r>
              <a:rPr lang="de-DE">
                <a:effectLst/>
              </a:rPr>
              <a:t>Ein Benutzer mit einem Konto kann sich Registrieren  </a:t>
            </a:r>
            <a:endParaRPr lang="de-DE"/>
          </a:p>
          <a:p>
            <a:pPr rtl="0">
              <a:buFont typeface="+mj-lt"/>
              <a:buAutoNum type="arabicPeriod"/>
            </a:pPr>
            <a:r>
              <a:rPr lang="de-DE">
                <a:effectLst/>
              </a:rPr>
              <a:t>Ein registrierter Benutzer:</a:t>
            </a:r>
          </a:p>
          <a:p>
            <a:pPr marL="0" indent="0" rtl="0">
              <a:buNone/>
            </a:pPr>
            <a:endParaRPr lang="de-DE"/>
          </a:p>
          <a:p>
            <a:pPr rtl="0">
              <a:buFont typeface="Arial" panose="020B0604020202020204" pitchFamily="34" charset="0"/>
              <a:buChar char="•"/>
            </a:pPr>
            <a:r>
              <a:rPr lang="de-DE">
                <a:effectLst/>
              </a:rPr>
              <a:t>Kann sich einloggen und die vollständigen Funktionen der Anwendung nutzen </a:t>
            </a:r>
            <a:endParaRPr lang="de-DE"/>
          </a:p>
          <a:p>
            <a:pPr rtl="0">
              <a:buFont typeface="Arial" panose="020B0604020202020204" pitchFamily="34" charset="0"/>
              <a:buChar char="•"/>
            </a:pPr>
            <a:r>
              <a:rPr lang="de-DE">
                <a:effectLst/>
              </a:rPr>
              <a:t>Kann eine Überweisung durchführen - extra Feature: Überweisung per Foto </a:t>
            </a:r>
            <a:endParaRPr lang="de-DE"/>
          </a:p>
          <a:p>
            <a:pPr rtl="0">
              <a:buFont typeface="Arial" panose="020B0604020202020204" pitchFamily="34" charset="0"/>
              <a:buChar char="•"/>
            </a:pPr>
            <a:r>
              <a:rPr lang="de-DE">
                <a:effectLst/>
              </a:rPr>
              <a:t>Umsätze und eine Übersicht über seine Finanzen sehen </a:t>
            </a:r>
            <a:endParaRPr lang="de-DE"/>
          </a:p>
          <a:p>
            <a:pPr rtl="0">
              <a:buFont typeface="Arial" panose="020B0604020202020204" pitchFamily="34" charset="0"/>
              <a:buChar char="•"/>
            </a:pPr>
            <a:r>
              <a:rPr lang="de-DE">
                <a:effectLst/>
              </a:rPr>
              <a:t>Verfügt über ein Postfach, um Nachrichten von der Bank zu erhalten </a:t>
            </a:r>
            <a:endParaRPr lang="de-DE"/>
          </a:p>
          <a:p>
            <a:pPr rtl="0">
              <a:buFont typeface="Arial" panose="020B0604020202020204" pitchFamily="34" charset="0"/>
              <a:buChar char="•"/>
            </a:pPr>
            <a:r>
              <a:rPr lang="de-DE">
                <a:effectLst/>
              </a:rPr>
              <a:t>Verfügt über einen allgemeinen Konto Service (Umsätze einsehen, filtern, etc.) </a:t>
            </a:r>
            <a:endParaRPr lang="de-DE"/>
          </a:p>
        </p:txBody>
      </p:sp>
      <p:pic>
        <p:nvPicPr>
          <p:cNvPr id="194" name="Bildplatzhalter 193" descr="Balkendiagramm mit Aufwärtstrend mit durchgehender Füllung">
            <a:extLst>
              <a:ext uri="{FF2B5EF4-FFF2-40B4-BE49-F238E27FC236}">
                <a16:creationId xmlns:a16="http://schemas.microsoft.com/office/drawing/2014/main" id="{FAB9DE8A-4935-A3E0-0122-F76CDEAC29D1}"/>
              </a:ext>
            </a:extLst>
          </p:cNvPr>
          <p:cNvPicPr>
            <a:picLocks noGrp="1" noChangeAspect="1"/>
          </p:cNvPicPr>
          <p:nvPr>
            <p:ph type="pic" sz="quarter" idx="37"/>
          </p:nvPr>
        </p:nvPicPr>
        <p:blipFill>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rcRect l="2661" r="2661"/>
          <a:stretch>
            <a:fillRect/>
          </a:stretch>
        </p:blipFill>
        <p:spPr/>
      </p:pic>
      <p:pic>
        <p:nvPicPr>
          <p:cNvPr id="196" name="Bildplatzhalter 195" descr="Link mit fester Füllung">
            <a:extLst>
              <a:ext uri="{FF2B5EF4-FFF2-40B4-BE49-F238E27FC236}">
                <a16:creationId xmlns:a16="http://schemas.microsoft.com/office/drawing/2014/main" id="{B21D7164-3991-2960-0F80-CB302359CD8D}"/>
              </a:ext>
            </a:extLst>
          </p:cNvPr>
          <p:cNvPicPr>
            <a:picLocks noGrp="1" noChangeAspect="1"/>
          </p:cNvPicPr>
          <p:nvPr>
            <p:ph type="pic" sz="quarter" idx="38"/>
          </p:nvPr>
        </p:nvPicPr>
        <p:blipFill>
          <a:blip r:embed="rId7" cstate="print">
            <a:extLst>
              <a:ext uri="{28A0092B-C50C-407E-A947-70E740481C1C}">
                <a14:useLocalDpi xmlns:a14="http://schemas.microsoft.com/office/drawing/2010/main"/>
              </a:ext>
              <a:ext uri="{96DAC541-7B7A-43D3-8B79-37D633B846F1}">
                <asvg:svgBlip xmlns:asvg="http://schemas.microsoft.com/office/drawing/2016/SVG/main" r:embed="rId8"/>
              </a:ext>
            </a:extLst>
          </a:blip>
          <a:srcRect l="2528" r="2528"/>
          <a:stretch>
            <a:fillRect/>
          </a:stretch>
        </p:blipFill>
        <p:spPr/>
      </p:pic>
      <p:sp>
        <p:nvSpPr>
          <p:cNvPr id="15" name="Foliennummernplatzhalter 13">
            <a:extLst>
              <a:ext uri="{FF2B5EF4-FFF2-40B4-BE49-F238E27FC236}">
                <a16:creationId xmlns:a16="http://schemas.microsoft.com/office/drawing/2014/main" id="{55AB7753-4245-72E4-BEDB-33038672BA35}"/>
              </a:ext>
            </a:extLst>
          </p:cNvPr>
          <p:cNvSpPr txBox="1">
            <a:spLocks/>
          </p:cNvSpPr>
          <p:nvPr/>
        </p:nvSpPr>
        <p:spPr>
          <a:xfrm>
            <a:off x="11194169" y="6215665"/>
            <a:ext cx="458592" cy="365125"/>
          </a:xfrm>
          <a:prstGeom prst="rect">
            <a:avLst/>
          </a:prstGeom>
        </p:spPr>
        <p:txBody>
          <a:bodyPr rtlCol="0" anchor="ctr"/>
          <a:lstStyle>
            <a:defPPr>
              <a:defRPr lang="de-DE"/>
            </a:defPPr>
            <a:lvl1pPr marL="0" algn="ctr" defTabSz="914400" rtl="0" eaLnBrk="1" latinLnBrk="0" hangingPunct="1">
              <a:defRPr lang="de-DE" sz="1200" b="0" i="0" kern="1200">
                <a:solidFill>
                  <a:schemeClr val="tx1"/>
                </a:solidFill>
                <a:latin typeface="Abadi" panose="020B0604020104020204" pitchFamily="34" charset="0"/>
                <a:ea typeface="+mn-ea"/>
                <a:cs typeface="+mn-cs"/>
              </a:defRPr>
            </a:lvl1pPr>
            <a:lvl2pPr marL="457200" algn="l" defTabSz="914400" rtl="0" eaLnBrk="1" latinLnBrk="0" hangingPunct="1">
              <a:defRPr lang="de-DE" sz="1800" kern="1200">
                <a:solidFill>
                  <a:schemeClr val="tx1"/>
                </a:solidFill>
                <a:latin typeface="+mn-lt"/>
                <a:ea typeface="+mn-ea"/>
                <a:cs typeface="+mn-cs"/>
              </a:defRPr>
            </a:lvl2pPr>
            <a:lvl3pPr marL="914400" algn="l" defTabSz="914400" rtl="0" eaLnBrk="1" latinLnBrk="0" hangingPunct="1">
              <a:defRPr lang="de-DE" sz="1800" kern="1200">
                <a:solidFill>
                  <a:schemeClr val="tx1"/>
                </a:solidFill>
                <a:latin typeface="+mn-lt"/>
                <a:ea typeface="+mn-ea"/>
                <a:cs typeface="+mn-cs"/>
              </a:defRPr>
            </a:lvl3pPr>
            <a:lvl4pPr marL="1371600" algn="l" defTabSz="914400" rtl="0" eaLnBrk="1" latinLnBrk="0" hangingPunct="1">
              <a:defRPr lang="de-DE" sz="1800" kern="1200">
                <a:solidFill>
                  <a:schemeClr val="tx1"/>
                </a:solidFill>
                <a:latin typeface="+mn-lt"/>
                <a:ea typeface="+mn-ea"/>
                <a:cs typeface="+mn-cs"/>
              </a:defRPr>
            </a:lvl4pPr>
            <a:lvl5pPr marL="1828800" algn="l" defTabSz="914400" rtl="0" eaLnBrk="1" latinLnBrk="0" hangingPunct="1">
              <a:defRPr lang="de-DE" sz="1800" kern="1200">
                <a:solidFill>
                  <a:schemeClr val="tx1"/>
                </a:solidFill>
                <a:latin typeface="+mn-lt"/>
                <a:ea typeface="+mn-ea"/>
                <a:cs typeface="+mn-cs"/>
              </a:defRPr>
            </a:lvl5pPr>
            <a:lvl6pPr marL="2286000" algn="l" defTabSz="914400" rtl="0" eaLnBrk="1" latinLnBrk="0" hangingPunct="1">
              <a:defRPr lang="de-DE" sz="1800" kern="1200">
                <a:solidFill>
                  <a:schemeClr val="tx1"/>
                </a:solidFill>
                <a:latin typeface="+mn-lt"/>
                <a:ea typeface="+mn-ea"/>
                <a:cs typeface="+mn-cs"/>
              </a:defRPr>
            </a:lvl6pPr>
            <a:lvl7pPr marL="2743200" algn="l" defTabSz="914400" rtl="0" eaLnBrk="1" latinLnBrk="0" hangingPunct="1">
              <a:defRPr lang="de-DE" sz="1800" kern="1200">
                <a:solidFill>
                  <a:schemeClr val="tx1"/>
                </a:solidFill>
                <a:latin typeface="+mn-lt"/>
                <a:ea typeface="+mn-ea"/>
                <a:cs typeface="+mn-cs"/>
              </a:defRPr>
            </a:lvl7pPr>
            <a:lvl8pPr marL="3200400" algn="l" defTabSz="914400" rtl="0" eaLnBrk="1" latinLnBrk="0" hangingPunct="1">
              <a:defRPr lang="de-DE" sz="1800" kern="1200">
                <a:solidFill>
                  <a:schemeClr val="tx1"/>
                </a:solidFill>
                <a:latin typeface="+mn-lt"/>
                <a:ea typeface="+mn-ea"/>
                <a:cs typeface="+mn-cs"/>
              </a:defRPr>
            </a:lvl8pPr>
            <a:lvl9pPr marL="3657600" algn="l" defTabSz="914400" rtl="0" eaLnBrk="1" latinLnBrk="0" hangingPunct="1">
              <a:defRPr lang="de-DE"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lang="de-DE"/>
            </a:pPr>
            <a:fld id="{47FEACEE-25B4-4A2D-B147-27296E36371D}" type="slidenum">
              <a:rPr kumimoji="0" lang="de-DE"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lang="de-DE"/>
              </a:pPr>
              <a:t>5</a:t>
            </a:fld>
            <a:endParaRPr kumimoji="0" lang="de-DE" altLang="zh-CN" sz="1200" u="none" strike="noStrike" kern="1200" cap="none" spc="0" normalizeH="0" baseline="0">
              <a:ln>
                <a:noFill/>
              </a:ln>
              <a:solidFill>
                <a:schemeClr val="bg1"/>
              </a:solidFill>
              <a:effectLst/>
              <a:uLnTx/>
              <a:uFillTx/>
            </a:endParaRPr>
          </a:p>
        </p:txBody>
      </p:sp>
    </p:spTree>
    <p:extLst>
      <p:ext uri="{BB962C8B-B14F-4D97-AF65-F5344CB8AC3E}">
        <p14:creationId xmlns:p14="http://schemas.microsoft.com/office/powerpoint/2010/main" val="21925582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el 7">
            <a:extLst>
              <a:ext uri="{FF2B5EF4-FFF2-40B4-BE49-F238E27FC236}">
                <a16:creationId xmlns:a16="http://schemas.microsoft.com/office/drawing/2014/main" id="{721E73BA-53B9-C0C1-476A-00736A64AB79}"/>
              </a:ext>
            </a:extLst>
          </p:cNvPr>
          <p:cNvSpPr>
            <a:spLocks noGrp="1"/>
          </p:cNvSpPr>
          <p:nvPr>
            <p:ph type="title"/>
          </p:nvPr>
        </p:nvSpPr>
        <p:spPr/>
        <p:txBody>
          <a:bodyPr rtlCol="0"/>
          <a:lstStyle>
            <a:defPPr>
              <a:defRPr lang="de-DE"/>
            </a:defPPr>
          </a:lstStyle>
          <a:p>
            <a:r>
              <a:rPr lang="de-DE">
                <a:solidFill>
                  <a:schemeClr val="accent4">
                    <a:lumMod val="40000"/>
                    <a:lumOff val="60000"/>
                  </a:schemeClr>
                </a:solidFill>
              </a:rPr>
              <a:t>Unsere Planung</a:t>
            </a:r>
            <a:br>
              <a:rPr lang="de-DE">
                <a:solidFill>
                  <a:schemeClr val="accent4">
                    <a:lumMod val="40000"/>
                    <a:lumOff val="60000"/>
                  </a:schemeClr>
                </a:solidFill>
              </a:rPr>
            </a:br>
            <a:r>
              <a:rPr lang="de-DE" sz="2400"/>
              <a:t>Anwendererzählung – „User Stories“</a:t>
            </a:r>
            <a:br>
              <a:rPr lang="de-DE"/>
            </a:br>
            <a:endParaRPr lang="de-DE">
              <a:solidFill>
                <a:schemeClr val="accent4">
                  <a:lumMod val="40000"/>
                  <a:lumOff val="60000"/>
                </a:schemeClr>
              </a:solidFill>
            </a:endParaRPr>
          </a:p>
        </p:txBody>
      </p:sp>
      <p:pic>
        <p:nvPicPr>
          <p:cNvPr id="192" name="Bildplatzhalter 191" descr="Abakus mit fester Füllung">
            <a:extLst>
              <a:ext uri="{FF2B5EF4-FFF2-40B4-BE49-F238E27FC236}">
                <a16:creationId xmlns:a16="http://schemas.microsoft.com/office/drawing/2014/main" id="{03D5E3D1-D423-EF5A-EE43-00CF1BD7FF63}"/>
              </a:ext>
            </a:extLst>
          </p:cNvPr>
          <p:cNvPicPr>
            <a:picLocks noGrp="1" noChangeAspect="1"/>
          </p:cNvPicPr>
          <p:nvPr>
            <p:ph type="pic" sz="quarter" idx="36"/>
          </p:nvPr>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5182" r="5182"/>
          <a:stretch>
            <a:fillRect/>
          </a:stretch>
        </p:blipFill>
        <p:spPr/>
      </p:pic>
      <p:sp>
        <p:nvSpPr>
          <p:cNvPr id="9" name="Textplatzhalter 8">
            <a:extLst>
              <a:ext uri="{FF2B5EF4-FFF2-40B4-BE49-F238E27FC236}">
                <a16:creationId xmlns:a16="http://schemas.microsoft.com/office/drawing/2014/main" id="{FA96FE97-5E27-FC36-5E3A-511A31E6C789}"/>
              </a:ext>
            </a:extLst>
          </p:cNvPr>
          <p:cNvSpPr>
            <a:spLocks noGrp="1"/>
          </p:cNvSpPr>
          <p:nvPr>
            <p:ph type="body" sz="quarter" idx="27"/>
          </p:nvPr>
        </p:nvSpPr>
        <p:spPr/>
        <p:txBody>
          <a:bodyPr rtlCol="0"/>
          <a:lstStyle>
            <a:defPPr>
              <a:defRPr lang="de-DE"/>
            </a:defPPr>
          </a:lstStyle>
          <a:p>
            <a:pPr rtl="0"/>
            <a:r>
              <a:rPr lang="de-DE"/>
              <a:t>Benutzer</a:t>
            </a:r>
          </a:p>
        </p:txBody>
      </p:sp>
      <p:sp>
        <p:nvSpPr>
          <p:cNvPr id="10" name="Textplatzhalter 9">
            <a:extLst>
              <a:ext uri="{FF2B5EF4-FFF2-40B4-BE49-F238E27FC236}">
                <a16:creationId xmlns:a16="http://schemas.microsoft.com/office/drawing/2014/main" id="{4CE5DE1C-24E7-3841-9376-89E91B4A4762}"/>
              </a:ext>
            </a:extLst>
          </p:cNvPr>
          <p:cNvSpPr>
            <a:spLocks noGrp="1"/>
          </p:cNvSpPr>
          <p:nvPr>
            <p:ph type="body" sz="quarter" idx="28"/>
          </p:nvPr>
        </p:nvSpPr>
        <p:spPr>
          <a:xfrm>
            <a:off x="5271608" y="1469069"/>
            <a:ext cx="5162709" cy="1959932"/>
          </a:xfrm>
        </p:spPr>
        <p:txBody>
          <a:bodyPr rtlCol="0"/>
          <a:lstStyle>
            <a:defPPr>
              <a:defRPr lang="de-DE"/>
            </a:defPPr>
          </a:lstStyle>
          <a:p>
            <a:pPr marL="0" indent="0" rtl="0">
              <a:buNone/>
            </a:pPr>
            <a:endParaRPr lang="de-DE"/>
          </a:p>
          <a:p>
            <a:pPr rtl="0">
              <a:buFont typeface="Arial" panose="020B0604020202020204" pitchFamily="34" charset="0"/>
              <a:buChar char="•"/>
            </a:pPr>
            <a:r>
              <a:rPr lang="de-DE">
                <a:effectLst/>
              </a:rPr>
              <a:t>Kann bestimmte Funktionen nur nach Eingabe einer TAN nutzen </a:t>
            </a:r>
            <a:endParaRPr lang="de-DE"/>
          </a:p>
          <a:p>
            <a:pPr rtl="0">
              <a:buFont typeface="Arial" panose="020B0604020202020204" pitchFamily="34" charset="0"/>
              <a:buChar char="•"/>
            </a:pPr>
            <a:r>
              <a:rPr lang="de-DE">
                <a:effectLst/>
              </a:rPr>
              <a:t>Kann sein Konto verwalten - Konto Details sehen </a:t>
            </a:r>
            <a:endParaRPr lang="de-DE"/>
          </a:p>
          <a:p>
            <a:pPr rtl="0">
              <a:buFont typeface="Arial" panose="020B0604020202020204" pitchFamily="34" charset="0"/>
              <a:buChar char="•"/>
            </a:pPr>
            <a:r>
              <a:rPr lang="de-DE">
                <a:effectLst/>
              </a:rPr>
              <a:t>Kann Kontakt zur Bank aufnehmen über Chatbot und andere Möglichkeiten (Zusatz)</a:t>
            </a:r>
            <a:endParaRPr lang="de-DE"/>
          </a:p>
          <a:p>
            <a:pPr marL="0" indent="0" rtl="0">
              <a:buNone/>
            </a:pPr>
            <a:endParaRPr lang="de-DE"/>
          </a:p>
        </p:txBody>
      </p:sp>
      <p:pic>
        <p:nvPicPr>
          <p:cNvPr id="194" name="Bildplatzhalter 193" descr="Balkendiagramm mit Aufwärtstrend mit durchgehender Füllung">
            <a:extLst>
              <a:ext uri="{FF2B5EF4-FFF2-40B4-BE49-F238E27FC236}">
                <a16:creationId xmlns:a16="http://schemas.microsoft.com/office/drawing/2014/main" id="{FAB9DE8A-4935-A3E0-0122-F76CDEAC29D1}"/>
              </a:ext>
            </a:extLst>
          </p:cNvPr>
          <p:cNvPicPr>
            <a:picLocks noGrp="1" noChangeAspect="1"/>
          </p:cNvPicPr>
          <p:nvPr>
            <p:ph type="pic" sz="quarter" idx="37"/>
          </p:nvPr>
        </p:nvPicPr>
        <p:blipFill>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rcRect l="2661" r="2661"/>
          <a:stretch>
            <a:fillRect/>
          </a:stretch>
        </p:blipFill>
        <p:spPr/>
      </p:pic>
      <p:pic>
        <p:nvPicPr>
          <p:cNvPr id="196" name="Bildplatzhalter 195" descr="Link mit fester Füllung">
            <a:extLst>
              <a:ext uri="{FF2B5EF4-FFF2-40B4-BE49-F238E27FC236}">
                <a16:creationId xmlns:a16="http://schemas.microsoft.com/office/drawing/2014/main" id="{B21D7164-3991-2960-0F80-CB302359CD8D}"/>
              </a:ext>
            </a:extLst>
          </p:cNvPr>
          <p:cNvPicPr>
            <a:picLocks noGrp="1" noChangeAspect="1"/>
          </p:cNvPicPr>
          <p:nvPr>
            <p:ph type="pic" sz="quarter" idx="38"/>
          </p:nvPr>
        </p:nvPicPr>
        <p:blipFill>
          <a:blip r:embed="rId7" cstate="print">
            <a:extLst>
              <a:ext uri="{28A0092B-C50C-407E-A947-70E740481C1C}">
                <a14:useLocalDpi xmlns:a14="http://schemas.microsoft.com/office/drawing/2010/main"/>
              </a:ext>
              <a:ext uri="{96DAC541-7B7A-43D3-8B79-37D633B846F1}">
                <asvg:svgBlip xmlns:asvg="http://schemas.microsoft.com/office/drawing/2016/SVG/main" r:embed="rId8"/>
              </a:ext>
            </a:extLst>
          </a:blip>
          <a:srcRect l="2528" r="2528"/>
          <a:stretch>
            <a:fillRect/>
          </a:stretch>
        </p:blipFill>
        <p:spPr/>
      </p:pic>
      <p:sp>
        <p:nvSpPr>
          <p:cNvPr id="15" name="Foliennummernplatzhalter 13">
            <a:extLst>
              <a:ext uri="{FF2B5EF4-FFF2-40B4-BE49-F238E27FC236}">
                <a16:creationId xmlns:a16="http://schemas.microsoft.com/office/drawing/2014/main" id="{55AB7753-4245-72E4-BEDB-33038672BA35}"/>
              </a:ext>
            </a:extLst>
          </p:cNvPr>
          <p:cNvSpPr txBox="1">
            <a:spLocks/>
          </p:cNvSpPr>
          <p:nvPr/>
        </p:nvSpPr>
        <p:spPr>
          <a:xfrm>
            <a:off x="11194169" y="6215665"/>
            <a:ext cx="458592" cy="365125"/>
          </a:xfrm>
          <a:prstGeom prst="rect">
            <a:avLst/>
          </a:prstGeom>
        </p:spPr>
        <p:txBody>
          <a:bodyPr rtlCol="0" anchor="ctr"/>
          <a:lstStyle>
            <a:defPPr>
              <a:defRPr lang="de-DE"/>
            </a:defPPr>
            <a:lvl1pPr marL="0" algn="ctr" defTabSz="914400" rtl="0" eaLnBrk="1" latinLnBrk="0" hangingPunct="1">
              <a:defRPr lang="de-DE" sz="1200" b="0" i="0" kern="1200">
                <a:solidFill>
                  <a:schemeClr val="tx1"/>
                </a:solidFill>
                <a:latin typeface="Abadi" panose="020B0604020104020204" pitchFamily="34" charset="0"/>
                <a:ea typeface="+mn-ea"/>
                <a:cs typeface="+mn-cs"/>
              </a:defRPr>
            </a:lvl1pPr>
            <a:lvl2pPr marL="457200" algn="l" defTabSz="914400" rtl="0" eaLnBrk="1" latinLnBrk="0" hangingPunct="1">
              <a:defRPr lang="de-DE" sz="1800" kern="1200">
                <a:solidFill>
                  <a:schemeClr val="tx1"/>
                </a:solidFill>
                <a:latin typeface="+mn-lt"/>
                <a:ea typeface="+mn-ea"/>
                <a:cs typeface="+mn-cs"/>
              </a:defRPr>
            </a:lvl2pPr>
            <a:lvl3pPr marL="914400" algn="l" defTabSz="914400" rtl="0" eaLnBrk="1" latinLnBrk="0" hangingPunct="1">
              <a:defRPr lang="de-DE" sz="1800" kern="1200">
                <a:solidFill>
                  <a:schemeClr val="tx1"/>
                </a:solidFill>
                <a:latin typeface="+mn-lt"/>
                <a:ea typeface="+mn-ea"/>
                <a:cs typeface="+mn-cs"/>
              </a:defRPr>
            </a:lvl3pPr>
            <a:lvl4pPr marL="1371600" algn="l" defTabSz="914400" rtl="0" eaLnBrk="1" latinLnBrk="0" hangingPunct="1">
              <a:defRPr lang="de-DE" sz="1800" kern="1200">
                <a:solidFill>
                  <a:schemeClr val="tx1"/>
                </a:solidFill>
                <a:latin typeface="+mn-lt"/>
                <a:ea typeface="+mn-ea"/>
                <a:cs typeface="+mn-cs"/>
              </a:defRPr>
            </a:lvl4pPr>
            <a:lvl5pPr marL="1828800" algn="l" defTabSz="914400" rtl="0" eaLnBrk="1" latinLnBrk="0" hangingPunct="1">
              <a:defRPr lang="de-DE" sz="1800" kern="1200">
                <a:solidFill>
                  <a:schemeClr val="tx1"/>
                </a:solidFill>
                <a:latin typeface="+mn-lt"/>
                <a:ea typeface="+mn-ea"/>
                <a:cs typeface="+mn-cs"/>
              </a:defRPr>
            </a:lvl5pPr>
            <a:lvl6pPr marL="2286000" algn="l" defTabSz="914400" rtl="0" eaLnBrk="1" latinLnBrk="0" hangingPunct="1">
              <a:defRPr lang="de-DE" sz="1800" kern="1200">
                <a:solidFill>
                  <a:schemeClr val="tx1"/>
                </a:solidFill>
                <a:latin typeface="+mn-lt"/>
                <a:ea typeface="+mn-ea"/>
                <a:cs typeface="+mn-cs"/>
              </a:defRPr>
            </a:lvl6pPr>
            <a:lvl7pPr marL="2743200" algn="l" defTabSz="914400" rtl="0" eaLnBrk="1" latinLnBrk="0" hangingPunct="1">
              <a:defRPr lang="de-DE" sz="1800" kern="1200">
                <a:solidFill>
                  <a:schemeClr val="tx1"/>
                </a:solidFill>
                <a:latin typeface="+mn-lt"/>
                <a:ea typeface="+mn-ea"/>
                <a:cs typeface="+mn-cs"/>
              </a:defRPr>
            </a:lvl7pPr>
            <a:lvl8pPr marL="3200400" algn="l" defTabSz="914400" rtl="0" eaLnBrk="1" latinLnBrk="0" hangingPunct="1">
              <a:defRPr lang="de-DE" sz="1800" kern="1200">
                <a:solidFill>
                  <a:schemeClr val="tx1"/>
                </a:solidFill>
                <a:latin typeface="+mn-lt"/>
                <a:ea typeface="+mn-ea"/>
                <a:cs typeface="+mn-cs"/>
              </a:defRPr>
            </a:lvl8pPr>
            <a:lvl9pPr marL="3657600" algn="l" defTabSz="914400" rtl="0" eaLnBrk="1" latinLnBrk="0" hangingPunct="1">
              <a:defRPr lang="de-DE"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lang="de-DE"/>
            </a:pPr>
            <a:fld id="{47FEACEE-25B4-4A2D-B147-27296E36371D}" type="slidenum">
              <a:rPr kumimoji="0" lang="de-DE"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lang="de-DE"/>
              </a:pPr>
              <a:t>6</a:t>
            </a:fld>
            <a:endParaRPr kumimoji="0" lang="de-DE" altLang="zh-CN" sz="1200" u="none" strike="noStrike" kern="1200" cap="none" spc="0" normalizeH="0" baseline="0">
              <a:ln>
                <a:noFill/>
              </a:ln>
              <a:solidFill>
                <a:schemeClr val="bg1"/>
              </a:solidFill>
              <a:effectLst/>
              <a:uLnTx/>
              <a:uFillTx/>
            </a:endParaRPr>
          </a:p>
        </p:txBody>
      </p:sp>
      <p:sp>
        <p:nvSpPr>
          <p:cNvPr id="2" name="Textplatzhalter 8">
            <a:extLst>
              <a:ext uri="{FF2B5EF4-FFF2-40B4-BE49-F238E27FC236}">
                <a16:creationId xmlns:a16="http://schemas.microsoft.com/office/drawing/2014/main" id="{D97F6721-5355-8A8D-363C-5D8D2B3225C5}"/>
              </a:ext>
            </a:extLst>
          </p:cNvPr>
          <p:cNvSpPr txBox="1">
            <a:spLocks/>
          </p:cNvSpPr>
          <p:nvPr/>
        </p:nvSpPr>
        <p:spPr>
          <a:xfrm>
            <a:off x="5260975" y="3412429"/>
            <a:ext cx="5162709" cy="420683"/>
          </a:xfrm>
          <a:prstGeom prst="rect">
            <a:avLst/>
          </a:prstGeom>
        </p:spPr>
        <p:txBody>
          <a:bodyPr vert="horz" lIns="91440" tIns="45720" rIns="91440" bIns="45720" rtlCol="0" anchor="b">
            <a:noAutofit/>
          </a:bodyPr>
          <a:lstStyle>
            <a:defPPr>
              <a:defRPr lang="de-DE"/>
            </a:defPPr>
            <a:lvl1pPr marL="0" indent="0" algn="l" defTabSz="914400" rtl="0" eaLnBrk="1" latinLnBrk="0" hangingPunct="1">
              <a:lnSpc>
                <a:spcPct val="100000"/>
              </a:lnSpc>
              <a:spcBef>
                <a:spcPts val="1000"/>
              </a:spcBef>
              <a:buFont typeface="Arial" panose="020B0604020202020204" pitchFamily="34" charset="0"/>
              <a:buNone/>
              <a:defRPr lang="de-DE" sz="1800" b="1" i="0" kern="1200">
                <a:solidFill>
                  <a:schemeClr val="bg1"/>
                </a:solidFill>
                <a:latin typeface="+mn-lt"/>
                <a:ea typeface="+mn-ea"/>
                <a:cs typeface="Posterama" panose="020B0504020200020000"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lang="de-DE" sz="10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lang="de-DE" sz="9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lang="de-DE" sz="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lang="de-DE" sz="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lang="de-DE"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lang="de-DE"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lang="de-DE"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lang="de-DE" sz="1800" kern="1200">
                <a:solidFill>
                  <a:schemeClr val="tx1"/>
                </a:solidFill>
                <a:latin typeface="+mn-lt"/>
                <a:ea typeface="+mn-ea"/>
                <a:cs typeface="+mn-cs"/>
              </a:defRPr>
            </a:lvl9pPr>
          </a:lstStyle>
          <a:p>
            <a:r>
              <a:rPr lang="de-DE"/>
              <a:t>Bankmitarbeiter/ Administrator</a:t>
            </a:r>
          </a:p>
        </p:txBody>
      </p:sp>
      <p:sp>
        <p:nvSpPr>
          <p:cNvPr id="3" name="Textplatzhalter 9">
            <a:extLst>
              <a:ext uri="{FF2B5EF4-FFF2-40B4-BE49-F238E27FC236}">
                <a16:creationId xmlns:a16="http://schemas.microsoft.com/office/drawing/2014/main" id="{F2EAF00A-67FD-FD74-BDCB-0796BB8888FF}"/>
              </a:ext>
            </a:extLst>
          </p:cNvPr>
          <p:cNvSpPr txBox="1">
            <a:spLocks/>
          </p:cNvSpPr>
          <p:nvPr/>
        </p:nvSpPr>
        <p:spPr>
          <a:xfrm>
            <a:off x="5241950" y="3816540"/>
            <a:ext cx="5162709" cy="1959932"/>
          </a:xfrm>
          <a:prstGeom prst="rect">
            <a:avLst/>
          </a:prstGeom>
        </p:spPr>
        <p:txBody>
          <a:bodyPr vert="horz" lIns="91440" tIns="45720" rIns="91440" bIns="45720" rtlCol="0">
            <a:noAutofit/>
          </a:bodyPr>
          <a:lstStyle>
            <a:defPPr>
              <a:defRPr lang="de-DE"/>
            </a:defPPr>
            <a:lvl1pPr marL="228600" indent="-228600" algn="l" defTabSz="914400" rtl="0" eaLnBrk="1" latinLnBrk="0" hangingPunct="1">
              <a:lnSpc>
                <a:spcPct val="100000"/>
              </a:lnSpc>
              <a:spcBef>
                <a:spcPts val="0"/>
              </a:spcBef>
              <a:spcAft>
                <a:spcPts val="600"/>
              </a:spcAft>
              <a:buFont typeface="Arial" panose="020B0604020202020204" pitchFamily="34" charset="0"/>
              <a:buChar char="•"/>
              <a:defRPr lang="de-DE" sz="1400" b="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lang="de-DE" sz="10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lang="de-DE" sz="9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lang="de-DE" sz="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lang="de-DE" sz="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lang="de-DE"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lang="de-DE"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lang="de-DE"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lang="de-DE" sz="1800" kern="1200">
                <a:solidFill>
                  <a:schemeClr val="tx1"/>
                </a:solidFill>
                <a:latin typeface="+mn-lt"/>
                <a:ea typeface="+mn-ea"/>
                <a:cs typeface="+mn-cs"/>
              </a:defRPr>
            </a:lvl9pPr>
          </a:lstStyle>
          <a:p>
            <a:pPr marL="0" indent="0">
              <a:buFont typeface="Arial" panose="020B0604020202020204" pitchFamily="34" charset="0"/>
              <a:buNone/>
            </a:pPr>
            <a:endParaRPr lang="de-DE"/>
          </a:p>
          <a:p>
            <a:pPr rtl="0">
              <a:buFont typeface="Arial" panose="020B0604020202020204" pitchFamily="34" charset="0"/>
              <a:buChar char="•"/>
            </a:pPr>
            <a:r>
              <a:rPr lang="de-DE">
                <a:effectLst/>
              </a:rPr>
              <a:t>Kann Anfragen zur Eröffnung eines Kontos bestätigen </a:t>
            </a:r>
            <a:endParaRPr lang="de-DE"/>
          </a:p>
          <a:p>
            <a:pPr rtl="0">
              <a:buFont typeface="Arial" panose="020B0604020202020204" pitchFamily="34" charset="0"/>
              <a:buChar char="•"/>
            </a:pPr>
            <a:r>
              <a:rPr lang="de-DE">
                <a:effectLst/>
              </a:rPr>
              <a:t>Kann Produktvorschläge an Benutzer verschicken </a:t>
            </a:r>
          </a:p>
          <a:p>
            <a:pPr rtl="0">
              <a:buFont typeface="Arial" panose="020B0604020202020204" pitchFamily="34" charset="0"/>
              <a:buChar char="•"/>
            </a:pPr>
            <a:r>
              <a:rPr lang="de-DE">
                <a:effectLst/>
              </a:rPr>
              <a:t>Kann Kreditanfragen bearbeiten </a:t>
            </a:r>
          </a:p>
          <a:p>
            <a:pPr rtl="0">
              <a:buFont typeface="Arial" panose="020B0604020202020204" pitchFamily="34" charset="0"/>
              <a:buChar char="•"/>
            </a:pPr>
            <a:r>
              <a:rPr lang="de-DE">
                <a:effectLst/>
              </a:rPr>
              <a:t>Kann ein Konto eröffnen und schließen </a:t>
            </a:r>
          </a:p>
          <a:p>
            <a:pPr rtl="0">
              <a:buFont typeface="Arial" panose="020B0604020202020204" pitchFamily="34" charset="0"/>
              <a:buChar char="•"/>
            </a:pPr>
            <a:r>
              <a:rPr lang="de-DE">
                <a:effectLst/>
              </a:rPr>
              <a:t>Kann Benutzerkonten sperren </a:t>
            </a:r>
          </a:p>
          <a:p>
            <a:pPr rtl="0">
              <a:buFont typeface="Arial" panose="020B0604020202020204" pitchFamily="34" charset="0"/>
              <a:buChar char="•"/>
            </a:pPr>
            <a:r>
              <a:rPr lang="de-DE">
                <a:effectLst/>
              </a:rPr>
              <a:t>Kann Nachrichten versenden</a:t>
            </a:r>
          </a:p>
          <a:p>
            <a:pPr marL="0" indent="0">
              <a:buFont typeface="Arial" panose="020B0604020202020204" pitchFamily="34" charset="0"/>
              <a:buNone/>
            </a:pPr>
            <a:endParaRPr lang="de-DE"/>
          </a:p>
        </p:txBody>
      </p:sp>
    </p:spTree>
    <p:extLst>
      <p:ext uri="{BB962C8B-B14F-4D97-AF65-F5344CB8AC3E}">
        <p14:creationId xmlns:p14="http://schemas.microsoft.com/office/powerpoint/2010/main" val="6597342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el 7">
            <a:extLst>
              <a:ext uri="{FF2B5EF4-FFF2-40B4-BE49-F238E27FC236}">
                <a16:creationId xmlns:a16="http://schemas.microsoft.com/office/drawing/2014/main" id="{721E73BA-53B9-C0C1-476A-00736A64AB79}"/>
              </a:ext>
            </a:extLst>
          </p:cNvPr>
          <p:cNvSpPr>
            <a:spLocks noGrp="1"/>
          </p:cNvSpPr>
          <p:nvPr>
            <p:ph type="title"/>
          </p:nvPr>
        </p:nvSpPr>
        <p:spPr/>
        <p:txBody>
          <a:bodyPr rtlCol="0"/>
          <a:lstStyle>
            <a:defPPr>
              <a:defRPr lang="de-DE"/>
            </a:defPPr>
          </a:lstStyle>
          <a:p>
            <a:r>
              <a:rPr lang="de-DE">
                <a:solidFill>
                  <a:schemeClr val="accent4">
                    <a:lumMod val="40000"/>
                    <a:lumOff val="60000"/>
                  </a:schemeClr>
                </a:solidFill>
              </a:rPr>
              <a:t>Unsere Planung</a:t>
            </a:r>
            <a:br>
              <a:rPr lang="de-DE">
                <a:solidFill>
                  <a:schemeClr val="accent4">
                    <a:lumMod val="40000"/>
                    <a:lumOff val="60000"/>
                  </a:schemeClr>
                </a:solidFill>
              </a:rPr>
            </a:br>
            <a:r>
              <a:rPr lang="de-DE" sz="2400"/>
              <a:t>Aufgabenverwaltung – „Jira“</a:t>
            </a:r>
            <a:br>
              <a:rPr lang="de-DE" sz="2400"/>
            </a:br>
            <a:br>
              <a:rPr lang="de-DE" sz="2400"/>
            </a:br>
            <a:r>
              <a:rPr lang="en-US" sz="1050">
                <a:hlinkClick r:id="rId3"/>
              </a:rPr>
              <a:t>KAN Board - Agile Board - Jira (atlassian.net)</a:t>
            </a:r>
            <a:br>
              <a:rPr lang="de-DE" sz="2400"/>
            </a:br>
            <a:endParaRPr lang="de-DE" sz="2400">
              <a:solidFill>
                <a:schemeClr val="accent4">
                  <a:lumMod val="40000"/>
                  <a:lumOff val="60000"/>
                </a:schemeClr>
              </a:solidFill>
            </a:endParaRPr>
          </a:p>
        </p:txBody>
      </p:sp>
      <p:pic>
        <p:nvPicPr>
          <p:cNvPr id="192" name="Bildplatzhalter 191" descr="Abakus mit fester Füllung">
            <a:extLst>
              <a:ext uri="{FF2B5EF4-FFF2-40B4-BE49-F238E27FC236}">
                <a16:creationId xmlns:a16="http://schemas.microsoft.com/office/drawing/2014/main" id="{03D5E3D1-D423-EF5A-EE43-00CF1BD7FF63}"/>
              </a:ext>
            </a:extLst>
          </p:cNvPr>
          <p:cNvPicPr>
            <a:picLocks noGrp="1" noChangeAspect="1"/>
          </p:cNvPicPr>
          <p:nvPr>
            <p:ph type="pic" sz="quarter" idx="36"/>
          </p:nvPr>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rcRect l="5182" r="5182"/>
          <a:stretch>
            <a:fillRect/>
          </a:stretch>
        </p:blipFill>
        <p:spPr/>
      </p:pic>
      <p:pic>
        <p:nvPicPr>
          <p:cNvPr id="194" name="Bildplatzhalter 193" descr="Balkendiagramm mit Aufwärtstrend mit durchgehender Füllung">
            <a:extLst>
              <a:ext uri="{FF2B5EF4-FFF2-40B4-BE49-F238E27FC236}">
                <a16:creationId xmlns:a16="http://schemas.microsoft.com/office/drawing/2014/main" id="{FAB9DE8A-4935-A3E0-0122-F76CDEAC29D1}"/>
              </a:ext>
            </a:extLst>
          </p:cNvPr>
          <p:cNvPicPr>
            <a:picLocks noGrp="1" noChangeAspect="1"/>
          </p:cNvPicPr>
          <p:nvPr>
            <p:ph type="pic" sz="quarter" idx="37"/>
          </p:nvPr>
        </p:nvPicPr>
        <p:blipFill>
          <a:blip r:embed="rId6" cstate="print">
            <a:extLst>
              <a:ext uri="{28A0092B-C50C-407E-A947-70E740481C1C}">
                <a14:useLocalDpi xmlns:a14="http://schemas.microsoft.com/office/drawing/2010/main"/>
              </a:ext>
              <a:ext uri="{96DAC541-7B7A-43D3-8B79-37D633B846F1}">
                <asvg:svgBlip xmlns:asvg="http://schemas.microsoft.com/office/drawing/2016/SVG/main" r:embed="rId7"/>
              </a:ext>
            </a:extLst>
          </a:blip>
          <a:srcRect l="2661" r="2661"/>
          <a:stretch>
            <a:fillRect/>
          </a:stretch>
        </p:blipFill>
        <p:spPr/>
      </p:pic>
      <p:pic>
        <p:nvPicPr>
          <p:cNvPr id="196" name="Bildplatzhalter 195" descr="Link mit fester Füllung">
            <a:extLst>
              <a:ext uri="{FF2B5EF4-FFF2-40B4-BE49-F238E27FC236}">
                <a16:creationId xmlns:a16="http://schemas.microsoft.com/office/drawing/2014/main" id="{B21D7164-3991-2960-0F80-CB302359CD8D}"/>
              </a:ext>
            </a:extLst>
          </p:cNvPr>
          <p:cNvPicPr>
            <a:picLocks noGrp="1" noChangeAspect="1"/>
          </p:cNvPicPr>
          <p:nvPr>
            <p:ph type="pic" sz="quarter" idx="38"/>
          </p:nvPr>
        </p:nvPicPr>
        <p:blipFill>
          <a:blip r:embed="rId8" cstate="print">
            <a:extLst>
              <a:ext uri="{28A0092B-C50C-407E-A947-70E740481C1C}">
                <a14:useLocalDpi xmlns:a14="http://schemas.microsoft.com/office/drawing/2010/main"/>
              </a:ext>
              <a:ext uri="{96DAC541-7B7A-43D3-8B79-37D633B846F1}">
                <asvg:svgBlip xmlns:asvg="http://schemas.microsoft.com/office/drawing/2016/SVG/main" r:embed="rId9"/>
              </a:ext>
            </a:extLst>
          </a:blip>
          <a:srcRect l="2528" r="2528"/>
          <a:stretch>
            <a:fillRect/>
          </a:stretch>
        </p:blipFill>
        <p:spPr/>
      </p:pic>
      <p:sp>
        <p:nvSpPr>
          <p:cNvPr id="15" name="Foliennummernplatzhalter 13">
            <a:extLst>
              <a:ext uri="{FF2B5EF4-FFF2-40B4-BE49-F238E27FC236}">
                <a16:creationId xmlns:a16="http://schemas.microsoft.com/office/drawing/2014/main" id="{55AB7753-4245-72E4-BEDB-33038672BA35}"/>
              </a:ext>
            </a:extLst>
          </p:cNvPr>
          <p:cNvSpPr txBox="1">
            <a:spLocks/>
          </p:cNvSpPr>
          <p:nvPr/>
        </p:nvSpPr>
        <p:spPr>
          <a:xfrm>
            <a:off x="11194169" y="6215665"/>
            <a:ext cx="458592" cy="365125"/>
          </a:xfrm>
          <a:prstGeom prst="rect">
            <a:avLst/>
          </a:prstGeom>
        </p:spPr>
        <p:txBody>
          <a:bodyPr rtlCol="0" anchor="ctr"/>
          <a:lstStyle>
            <a:defPPr>
              <a:defRPr lang="de-DE"/>
            </a:defPPr>
            <a:lvl1pPr marL="0" algn="ctr" defTabSz="914400" rtl="0" eaLnBrk="1" latinLnBrk="0" hangingPunct="1">
              <a:defRPr lang="de-DE" sz="1200" b="0" i="0" kern="1200">
                <a:solidFill>
                  <a:schemeClr val="tx1"/>
                </a:solidFill>
                <a:latin typeface="Abadi" panose="020B0604020104020204" pitchFamily="34" charset="0"/>
                <a:ea typeface="+mn-ea"/>
                <a:cs typeface="+mn-cs"/>
              </a:defRPr>
            </a:lvl1pPr>
            <a:lvl2pPr marL="457200" algn="l" defTabSz="914400" rtl="0" eaLnBrk="1" latinLnBrk="0" hangingPunct="1">
              <a:defRPr lang="de-DE" sz="1800" kern="1200">
                <a:solidFill>
                  <a:schemeClr val="tx1"/>
                </a:solidFill>
                <a:latin typeface="+mn-lt"/>
                <a:ea typeface="+mn-ea"/>
                <a:cs typeface="+mn-cs"/>
              </a:defRPr>
            </a:lvl2pPr>
            <a:lvl3pPr marL="914400" algn="l" defTabSz="914400" rtl="0" eaLnBrk="1" latinLnBrk="0" hangingPunct="1">
              <a:defRPr lang="de-DE" sz="1800" kern="1200">
                <a:solidFill>
                  <a:schemeClr val="tx1"/>
                </a:solidFill>
                <a:latin typeface="+mn-lt"/>
                <a:ea typeface="+mn-ea"/>
                <a:cs typeface="+mn-cs"/>
              </a:defRPr>
            </a:lvl3pPr>
            <a:lvl4pPr marL="1371600" algn="l" defTabSz="914400" rtl="0" eaLnBrk="1" latinLnBrk="0" hangingPunct="1">
              <a:defRPr lang="de-DE" sz="1800" kern="1200">
                <a:solidFill>
                  <a:schemeClr val="tx1"/>
                </a:solidFill>
                <a:latin typeface="+mn-lt"/>
                <a:ea typeface="+mn-ea"/>
                <a:cs typeface="+mn-cs"/>
              </a:defRPr>
            </a:lvl4pPr>
            <a:lvl5pPr marL="1828800" algn="l" defTabSz="914400" rtl="0" eaLnBrk="1" latinLnBrk="0" hangingPunct="1">
              <a:defRPr lang="de-DE" sz="1800" kern="1200">
                <a:solidFill>
                  <a:schemeClr val="tx1"/>
                </a:solidFill>
                <a:latin typeface="+mn-lt"/>
                <a:ea typeface="+mn-ea"/>
                <a:cs typeface="+mn-cs"/>
              </a:defRPr>
            </a:lvl5pPr>
            <a:lvl6pPr marL="2286000" algn="l" defTabSz="914400" rtl="0" eaLnBrk="1" latinLnBrk="0" hangingPunct="1">
              <a:defRPr lang="de-DE" sz="1800" kern="1200">
                <a:solidFill>
                  <a:schemeClr val="tx1"/>
                </a:solidFill>
                <a:latin typeface="+mn-lt"/>
                <a:ea typeface="+mn-ea"/>
                <a:cs typeface="+mn-cs"/>
              </a:defRPr>
            </a:lvl6pPr>
            <a:lvl7pPr marL="2743200" algn="l" defTabSz="914400" rtl="0" eaLnBrk="1" latinLnBrk="0" hangingPunct="1">
              <a:defRPr lang="de-DE" sz="1800" kern="1200">
                <a:solidFill>
                  <a:schemeClr val="tx1"/>
                </a:solidFill>
                <a:latin typeface="+mn-lt"/>
                <a:ea typeface="+mn-ea"/>
                <a:cs typeface="+mn-cs"/>
              </a:defRPr>
            </a:lvl7pPr>
            <a:lvl8pPr marL="3200400" algn="l" defTabSz="914400" rtl="0" eaLnBrk="1" latinLnBrk="0" hangingPunct="1">
              <a:defRPr lang="de-DE" sz="1800" kern="1200">
                <a:solidFill>
                  <a:schemeClr val="tx1"/>
                </a:solidFill>
                <a:latin typeface="+mn-lt"/>
                <a:ea typeface="+mn-ea"/>
                <a:cs typeface="+mn-cs"/>
              </a:defRPr>
            </a:lvl8pPr>
            <a:lvl9pPr marL="3657600" algn="l" defTabSz="914400" rtl="0" eaLnBrk="1" latinLnBrk="0" hangingPunct="1">
              <a:defRPr lang="de-DE"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lang="de-DE"/>
            </a:pPr>
            <a:fld id="{47FEACEE-25B4-4A2D-B147-27296E36371D}" type="slidenum">
              <a:rPr kumimoji="0" lang="de-DE"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lang="de-DE"/>
              </a:pPr>
              <a:t>7</a:t>
            </a:fld>
            <a:endParaRPr kumimoji="0" lang="de-DE" altLang="zh-CN" sz="1200" u="none" strike="noStrike" kern="1200" cap="none" spc="0" normalizeH="0" baseline="0">
              <a:ln>
                <a:noFill/>
              </a:ln>
              <a:solidFill>
                <a:schemeClr val="bg1"/>
              </a:solidFill>
              <a:effectLst/>
              <a:uLnTx/>
              <a:uFillTx/>
            </a:endParaRPr>
          </a:p>
        </p:txBody>
      </p:sp>
      <p:pic>
        <p:nvPicPr>
          <p:cNvPr id="12" name="Grafik 11">
            <a:extLst>
              <a:ext uri="{FF2B5EF4-FFF2-40B4-BE49-F238E27FC236}">
                <a16:creationId xmlns:a16="http://schemas.microsoft.com/office/drawing/2014/main" id="{2A28245E-D51E-E61E-DE67-B285E7340DB7}"/>
              </a:ext>
            </a:extLst>
          </p:cNvPr>
          <p:cNvPicPr>
            <a:picLocks noChangeAspect="1"/>
          </p:cNvPicPr>
          <p:nvPr/>
        </p:nvPicPr>
        <p:blipFill>
          <a:blip r:embed="rId10"/>
          <a:stretch>
            <a:fillRect/>
          </a:stretch>
        </p:blipFill>
        <p:spPr>
          <a:xfrm>
            <a:off x="4734636" y="416943"/>
            <a:ext cx="7077759" cy="6858000"/>
          </a:xfrm>
          <a:prstGeom prst="rect">
            <a:avLst/>
          </a:prstGeom>
        </p:spPr>
      </p:pic>
    </p:spTree>
    <p:extLst>
      <p:ext uri="{BB962C8B-B14F-4D97-AF65-F5344CB8AC3E}">
        <p14:creationId xmlns:p14="http://schemas.microsoft.com/office/powerpoint/2010/main" val="29933140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el 7">
            <a:extLst>
              <a:ext uri="{FF2B5EF4-FFF2-40B4-BE49-F238E27FC236}">
                <a16:creationId xmlns:a16="http://schemas.microsoft.com/office/drawing/2014/main" id="{721E73BA-53B9-C0C1-476A-00736A64AB79}"/>
              </a:ext>
            </a:extLst>
          </p:cNvPr>
          <p:cNvSpPr>
            <a:spLocks noGrp="1"/>
          </p:cNvSpPr>
          <p:nvPr>
            <p:ph type="title"/>
          </p:nvPr>
        </p:nvSpPr>
        <p:spPr/>
        <p:txBody>
          <a:bodyPr rtlCol="0"/>
          <a:lstStyle>
            <a:defPPr>
              <a:defRPr lang="de-DE"/>
            </a:defPPr>
          </a:lstStyle>
          <a:p>
            <a:r>
              <a:rPr lang="de-DE">
                <a:solidFill>
                  <a:schemeClr val="accent4">
                    <a:lumMod val="40000"/>
                    <a:lumOff val="60000"/>
                  </a:schemeClr>
                </a:solidFill>
              </a:rPr>
              <a:t>Unsere Planung</a:t>
            </a:r>
            <a:br>
              <a:rPr lang="de-DE">
                <a:solidFill>
                  <a:schemeClr val="accent4">
                    <a:lumMod val="40000"/>
                    <a:lumOff val="60000"/>
                  </a:schemeClr>
                </a:solidFill>
              </a:rPr>
            </a:br>
            <a:r>
              <a:rPr lang="de-DE" sz="2400"/>
              <a:t>Die tägliche Routine</a:t>
            </a:r>
            <a:br>
              <a:rPr lang="de-DE"/>
            </a:br>
            <a:endParaRPr lang="de-DE">
              <a:solidFill>
                <a:schemeClr val="accent4">
                  <a:lumMod val="40000"/>
                  <a:lumOff val="60000"/>
                </a:schemeClr>
              </a:solidFill>
            </a:endParaRPr>
          </a:p>
        </p:txBody>
      </p:sp>
      <p:pic>
        <p:nvPicPr>
          <p:cNvPr id="192" name="Bildplatzhalter 191" descr="Abakus mit fester Füllung">
            <a:extLst>
              <a:ext uri="{FF2B5EF4-FFF2-40B4-BE49-F238E27FC236}">
                <a16:creationId xmlns:a16="http://schemas.microsoft.com/office/drawing/2014/main" id="{03D5E3D1-D423-EF5A-EE43-00CF1BD7FF63}"/>
              </a:ext>
            </a:extLst>
          </p:cNvPr>
          <p:cNvPicPr>
            <a:picLocks noGrp="1" noChangeAspect="1"/>
          </p:cNvPicPr>
          <p:nvPr>
            <p:ph type="pic" sz="quarter" idx="36"/>
          </p:nvPr>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5182" r="5182"/>
          <a:stretch>
            <a:fillRect/>
          </a:stretch>
        </p:blipFill>
        <p:spPr/>
      </p:pic>
      <p:sp>
        <p:nvSpPr>
          <p:cNvPr id="9" name="Textplatzhalter 8">
            <a:extLst>
              <a:ext uri="{FF2B5EF4-FFF2-40B4-BE49-F238E27FC236}">
                <a16:creationId xmlns:a16="http://schemas.microsoft.com/office/drawing/2014/main" id="{FA96FE97-5E27-FC36-5E3A-511A31E6C789}"/>
              </a:ext>
            </a:extLst>
          </p:cNvPr>
          <p:cNvSpPr>
            <a:spLocks noGrp="1"/>
          </p:cNvSpPr>
          <p:nvPr>
            <p:ph type="body" sz="quarter" idx="27"/>
          </p:nvPr>
        </p:nvSpPr>
        <p:spPr/>
        <p:txBody>
          <a:bodyPr rtlCol="0"/>
          <a:lstStyle>
            <a:defPPr>
              <a:defRPr lang="de-DE"/>
            </a:defPPr>
          </a:lstStyle>
          <a:p>
            <a:pPr rtl="0"/>
            <a:r>
              <a:rPr lang="de-DE"/>
              <a:t>1. Daily Stand-</a:t>
            </a:r>
            <a:r>
              <a:rPr lang="de-DE" err="1"/>
              <a:t>up</a:t>
            </a:r>
            <a:r>
              <a:rPr lang="de-DE"/>
              <a:t> Meeting (Daily </a:t>
            </a:r>
            <a:r>
              <a:rPr lang="de-DE" err="1"/>
              <a:t>Scrum</a:t>
            </a:r>
            <a:r>
              <a:rPr lang="de-DE"/>
              <a:t>)</a:t>
            </a:r>
          </a:p>
        </p:txBody>
      </p:sp>
      <p:sp>
        <p:nvSpPr>
          <p:cNvPr id="10" name="Textplatzhalter 9">
            <a:extLst>
              <a:ext uri="{FF2B5EF4-FFF2-40B4-BE49-F238E27FC236}">
                <a16:creationId xmlns:a16="http://schemas.microsoft.com/office/drawing/2014/main" id="{4CE5DE1C-24E7-3841-9376-89E91B4A4762}"/>
              </a:ext>
            </a:extLst>
          </p:cNvPr>
          <p:cNvSpPr>
            <a:spLocks noGrp="1"/>
          </p:cNvSpPr>
          <p:nvPr>
            <p:ph type="body" sz="quarter" idx="28"/>
          </p:nvPr>
        </p:nvSpPr>
        <p:spPr>
          <a:xfrm>
            <a:off x="5271608" y="1469069"/>
            <a:ext cx="5162709" cy="1436691"/>
          </a:xfrm>
        </p:spPr>
        <p:txBody>
          <a:bodyPr rtlCol="0"/>
          <a:lstStyle>
            <a:defPPr>
              <a:defRPr lang="de-DE"/>
            </a:defPPr>
          </a:lstStyle>
          <a:p>
            <a:r>
              <a:rPr lang="de-DE">
                <a:effectLst/>
              </a:rPr>
              <a:t>Zeitpunkt: 	8:30 Uhr</a:t>
            </a:r>
            <a:endParaRPr lang="de-DE"/>
          </a:p>
          <a:p>
            <a:pPr rtl="0">
              <a:buFont typeface="Arial" panose="020B0604020202020204" pitchFamily="34" charset="0"/>
              <a:buChar char="•"/>
            </a:pPr>
            <a:r>
              <a:rPr lang="de-DE">
                <a:effectLst/>
              </a:rPr>
              <a:t>Dauer:		30 – 60 min</a:t>
            </a:r>
          </a:p>
          <a:p>
            <a:pPr rtl="0">
              <a:buFont typeface="Arial" panose="020B0604020202020204" pitchFamily="34" charset="0"/>
              <a:buChar char="•"/>
            </a:pPr>
            <a:r>
              <a:rPr lang="de-DE"/>
              <a:t>Inhalt: 		Was habe ich erreicht?</a:t>
            </a:r>
          </a:p>
          <a:p>
            <a:pPr marL="1828800" lvl="4" indent="0">
              <a:buNone/>
            </a:pPr>
            <a:r>
              <a:rPr lang="de-DE" sz="1400"/>
              <a:t>Was werde ich heute tun?</a:t>
            </a:r>
          </a:p>
          <a:p>
            <a:pPr marL="1828800" lvl="4" indent="0">
              <a:buNone/>
            </a:pPr>
            <a:r>
              <a:rPr lang="de-DE" sz="1400"/>
              <a:t>Gibt es Hindernisse (z.B. </a:t>
            </a:r>
            <a:r>
              <a:rPr lang="de-DE" sz="1400" err="1"/>
              <a:t>Merging</a:t>
            </a:r>
            <a:r>
              <a:rPr lang="de-DE" sz="1400"/>
              <a:t>) ?						</a:t>
            </a:r>
          </a:p>
        </p:txBody>
      </p:sp>
      <p:pic>
        <p:nvPicPr>
          <p:cNvPr id="194" name="Bildplatzhalter 193" descr="Balkendiagramm mit Aufwärtstrend mit durchgehender Füllung">
            <a:extLst>
              <a:ext uri="{FF2B5EF4-FFF2-40B4-BE49-F238E27FC236}">
                <a16:creationId xmlns:a16="http://schemas.microsoft.com/office/drawing/2014/main" id="{FAB9DE8A-4935-A3E0-0122-F76CDEAC29D1}"/>
              </a:ext>
            </a:extLst>
          </p:cNvPr>
          <p:cNvPicPr>
            <a:picLocks noGrp="1" noChangeAspect="1"/>
          </p:cNvPicPr>
          <p:nvPr>
            <p:ph type="pic" sz="quarter" idx="37"/>
          </p:nvPr>
        </p:nvPicPr>
        <p:blipFill>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rcRect l="2661" r="2661"/>
          <a:stretch>
            <a:fillRect/>
          </a:stretch>
        </p:blipFill>
        <p:spPr/>
      </p:pic>
      <p:pic>
        <p:nvPicPr>
          <p:cNvPr id="196" name="Bildplatzhalter 195" descr="Link mit fester Füllung">
            <a:extLst>
              <a:ext uri="{FF2B5EF4-FFF2-40B4-BE49-F238E27FC236}">
                <a16:creationId xmlns:a16="http://schemas.microsoft.com/office/drawing/2014/main" id="{B21D7164-3991-2960-0F80-CB302359CD8D}"/>
              </a:ext>
            </a:extLst>
          </p:cNvPr>
          <p:cNvPicPr>
            <a:picLocks noGrp="1" noChangeAspect="1"/>
          </p:cNvPicPr>
          <p:nvPr>
            <p:ph type="pic" sz="quarter" idx="38"/>
          </p:nvPr>
        </p:nvPicPr>
        <p:blipFill>
          <a:blip r:embed="rId7" cstate="print">
            <a:extLst>
              <a:ext uri="{28A0092B-C50C-407E-A947-70E740481C1C}">
                <a14:useLocalDpi xmlns:a14="http://schemas.microsoft.com/office/drawing/2010/main"/>
              </a:ext>
              <a:ext uri="{96DAC541-7B7A-43D3-8B79-37D633B846F1}">
                <asvg:svgBlip xmlns:asvg="http://schemas.microsoft.com/office/drawing/2016/SVG/main" r:embed="rId8"/>
              </a:ext>
            </a:extLst>
          </a:blip>
          <a:srcRect l="2528" r="2528"/>
          <a:stretch>
            <a:fillRect/>
          </a:stretch>
        </p:blipFill>
        <p:spPr/>
      </p:pic>
      <p:sp>
        <p:nvSpPr>
          <p:cNvPr id="15" name="Foliennummernplatzhalter 13">
            <a:extLst>
              <a:ext uri="{FF2B5EF4-FFF2-40B4-BE49-F238E27FC236}">
                <a16:creationId xmlns:a16="http://schemas.microsoft.com/office/drawing/2014/main" id="{55AB7753-4245-72E4-BEDB-33038672BA35}"/>
              </a:ext>
            </a:extLst>
          </p:cNvPr>
          <p:cNvSpPr txBox="1">
            <a:spLocks/>
          </p:cNvSpPr>
          <p:nvPr/>
        </p:nvSpPr>
        <p:spPr>
          <a:xfrm>
            <a:off x="11194169" y="6215665"/>
            <a:ext cx="458592" cy="365125"/>
          </a:xfrm>
          <a:prstGeom prst="rect">
            <a:avLst/>
          </a:prstGeom>
        </p:spPr>
        <p:txBody>
          <a:bodyPr rtlCol="0" anchor="ctr"/>
          <a:lstStyle>
            <a:defPPr>
              <a:defRPr lang="de-DE"/>
            </a:defPPr>
            <a:lvl1pPr marL="0" algn="ctr" defTabSz="914400" rtl="0" eaLnBrk="1" latinLnBrk="0" hangingPunct="1">
              <a:defRPr lang="de-DE" sz="1200" b="0" i="0" kern="1200">
                <a:solidFill>
                  <a:schemeClr val="tx1"/>
                </a:solidFill>
                <a:latin typeface="Abadi" panose="020B0604020104020204" pitchFamily="34" charset="0"/>
                <a:ea typeface="+mn-ea"/>
                <a:cs typeface="+mn-cs"/>
              </a:defRPr>
            </a:lvl1pPr>
            <a:lvl2pPr marL="457200" algn="l" defTabSz="914400" rtl="0" eaLnBrk="1" latinLnBrk="0" hangingPunct="1">
              <a:defRPr lang="de-DE" sz="1800" kern="1200">
                <a:solidFill>
                  <a:schemeClr val="tx1"/>
                </a:solidFill>
                <a:latin typeface="+mn-lt"/>
                <a:ea typeface="+mn-ea"/>
                <a:cs typeface="+mn-cs"/>
              </a:defRPr>
            </a:lvl2pPr>
            <a:lvl3pPr marL="914400" algn="l" defTabSz="914400" rtl="0" eaLnBrk="1" latinLnBrk="0" hangingPunct="1">
              <a:defRPr lang="de-DE" sz="1800" kern="1200">
                <a:solidFill>
                  <a:schemeClr val="tx1"/>
                </a:solidFill>
                <a:latin typeface="+mn-lt"/>
                <a:ea typeface="+mn-ea"/>
                <a:cs typeface="+mn-cs"/>
              </a:defRPr>
            </a:lvl3pPr>
            <a:lvl4pPr marL="1371600" algn="l" defTabSz="914400" rtl="0" eaLnBrk="1" latinLnBrk="0" hangingPunct="1">
              <a:defRPr lang="de-DE" sz="1800" kern="1200">
                <a:solidFill>
                  <a:schemeClr val="tx1"/>
                </a:solidFill>
                <a:latin typeface="+mn-lt"/>
                <a:ea typeface="+mn-ea"/>
                <a:cs typeface="+mn-cs"/>
              </a:defRPr>
            </a:lvl4pPr>
            <a:lvl5pPr marL="1828800" algn="l" defTabSz="914400" rtl="0" eaLnBrk="1" latinLnBrk="0" hangingPunct="1">
              <a:defRPr lang="de-DE" sz="1800" kern="1200">
                <a:solidFill>
                  <a:schemeClr val="tx1"/>
                </a:solidFill>
                <a:latin typeface="+mn-lt"/>
                <a:ea typeface="+mn-ea"/>
                <a:cs typeface="+mn-cs"/>
              </a:defRPr>
            </a:lvl5pPr>
            <a:lvl6pPr marL="2286000" algn="l" defTabSz="914400" rtl="0" eaLnBrk="1" latinLnBrk="0" hangingPunct="1">
              <a:defRPr lang="de-DE" sz="1800" kern="1200">
                <a:solidFill>
                  <a:schemeClr val="tx1"/>
                </a:solidFill>
                <a:latin typeface="+mn-lt"/>
                <a:ea typeface="+mn-ea"/>
                <a:cs typeface="+mn-cs"/>
              </a:defRPr>
            </a:lvl6pPr>
            <a:lvl7pPr marL="2743200" algn="l" defTabSz="914400" rtl="0" eaLnBrk="1" latinLnBrk="0" hangingPunct="1">
              <a:defRPr lang="de-DE" sz="1800" kern="1200">
                <a:solidFill>
                  <a:schemeClr val="tx1"/>
                </a:solidFill>
                <a:latin typeface="+mn-lt"/>
                <a:ea typeface="+mn-ea"/>
                <a:cs typeface="+mn-cs"/>
              </a:defRPr>
            </a:lvl7pPr>
            <a:lvl8pPr marL="3200400" algn="l" defTabSz="914400" rtl="0" eaLnBrk="1" latinLnBrk="0" hangingPunct="1">
              <a:defRPr lang="de-DE" sz="1800" kern="1200">
                <a:solidFill>
                  <a:schemeClr val="tx1"/>
                </a:solidFill>
                <a:latin typeface="+mn-lt"/>
                <a:ea typeface="+mn-ea"/>
                <a:cs typeface="+mn-cs"/>
              </a:defRPr>
            </a:lvl8pPr>
            <a:lvl9pPr marL="3657600" algn="l" defTabSz="914400" rtl="0" eaLnBrk="1" latinLnBrk="0" hangingPunct="1">
              <a:defRPr lang="de-DE"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lang="de-DE"/>
            </a:pPr>
            <a:fld id="{47FEACEE-25B4-4A2D-B147-27296E36371D}" type="slidenum">
              <a:rPr kumimoji="0" lang="de-DE"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lang="de-DE"/>
              </a:pPr>
              <a:t>8</a:t>
            </a:fld>
            <a:endParaRPr kumimoji="0" lang="de-DE" altLang="zh-CN" sz="1200" u="none" strike="noStrike" kern="1200" cap="none" spc="0" normalizeH="0" baseline="0">
              <a:ln>
                <a:noFill/>
              </a:ln>
              <a:solidFill>
                <a:schemeClr val="bg1"/>
              </a:solidFill>
              <a:effectLst/>
              <a:uLnTx/>
              <a:uFillTx/>
            </a:endParaRPr>
          </a:p>
        </p:txBody>
      </p:sp>
      <p:sp>
        <p:nvSpPr>
          <p:cNvPr id="4" name="Textplatzhalter 8">
            <a:extLst>
              <a:ext uri="{FF2B5EF4-FFF2-40B4-BE49-F238E27FC236}">
                <a16:creationId xmlns:a16="http://schemas.microsoft.com/office/drawing/2014/main" id="{BF1E744D-31A1-4980-60D9-58090740BBEE}"/>
              </a:ext>
            </a:extLst>
          </p:cNvPr>
          <p:cNvSpPr txBox="1">
            <a:spLocks/>
          </p:cNvSpPr>
          <p:nvPr/>
        </p:nvSpPr>
        <p:spPr>
          <a:xfrm>
            <a:off x="5392705" y="2992783"/>
            <a:ext cx="5162709" cy="420683"/>
          </a:xfrm>
          <a:prstGeom prst="rect">
            <a:avLst/>
          </a:prstGeom>
        </p:spPr>
        <p:txBody>
          <a:bodyPr vert="horz" lIns="91440" tIns="45720" rIns="91440" bIns="45720" rtlCol="0" anchor="b">
            <a:noAutofit/>
          </a:bodyPr>
          <a:lstStyle>
            <a:defPPr>
              <a:defRPr lang="de-DE"/>
            </a:defPPr>
            <a:lvl1pPr marL="0" indent="0" algn="l" defTabSz="914400" rtl="0" eaLnBrk="1" latinLnBrk="0" hangingPunct="1">
              <a:lnSpc>
                <a:spcPct val="100000"/>
              </a:lnSpc>
              <a:spcBef>
                <a:spcPts val="1000"/>
              </a:spcBef>
              <a:buFont typeface="Arial" panose="020B0604020202020204" pitchFamily="34" charset="0"/>
              <a:buNone/>
              <a:defRPr lang="de-DE" sz="1800" b="1" i="0" kern="1200">
                <a:solidFill>
                  <a:schemeClr val="bg1"/>
                </a:solidFill>
                <a:latin typeface="+mn-lt"/>
                <a:ea typeface="+mn-ea"/>
                <a:cs typeface="Posterama" panose="020B0504020200020000"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lang="de-DE" sz="10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lang="de-DE" sz="9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lang="de-DE" sz="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lang="de-DE" sz="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lang="de-DE"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lang="de-DE"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lang="de-DE"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lang="de-DE" sz="1800" kern="1200">
                <a:solidFill>
                  <a:schemeClr val="tx1"/>
                </a:solidFill>
                <a:latin typeface="+mn-lt"/>
                <a:ea typeface="+mn-ea"/>
                <a:cs typeface="+mn-cs"/>
              </a:defRPr>
            </a:lvl9pPr>
          </a:lstStyle>
          <a:p>
            <a:r>
              <a:rPr lang="en-US"/>
              <a:t>2. </a:t>
            </a:r>
            <a:r>
              <a:rPr lang="en-US" err="1"/>
              <a:t>Arbeitszeit</a:t>
            </a:r>
            <a:endParaRPr lang="en-US"/>
          </a:p>
        </p:txBody>
      </p:sp>
      <p:sp>
        <p:nvSpPr>
          <p:cNvPr id="5" name="Textplatzhalter 9">
            <a:extLst>
              <a:ext uri="{FF2B5EF4-FFF2-40B4-BE49-F238E27FC236}">
                <a16:creationId xmlns:a16="http://schemas.microsoft.com/office/drawing/2014/main" id="{4340C07F-B5E2-9B93-E535-85DD0510C052}"/>
              </a:ext>
            </a:extLst>
          </p:cNvPr>
          <p:cNvSpPr txBox="1">
            <a:spLocks/>
          </p:cNvSpPr>
          <p:nvPr/>
        </p:nvSpPr>
        <p:spPr>
          <a:xfrm>
            <a:off x="5392705" y="3444535"/>
            <a:ext cx="5162709" cy="906151"/>
          </a:xfrm>
          <a:prstGeom prst="rect">
            <a:avLst/>
          </a:prstGeom>
        </p:spPr>
        <p:txBody>
          <a:bodyPr vert="horz" lIns="91440" tIns="45720" rIns="91440" bIns="45720" rtlCol="0">
            <a:noAutofit/>
          </a:bodyPr>
          <a:lstStyle>
            <a:defPPr>
              <a:defRPr lang="de-DE"/>
            </a:defPPr>
            <a:lvl1pPr marL="228600" indent="-228600" algn="l" defTabSz="914400" rtl="0" eaLnBrk="1" latinLnBrk="0" hangingPunct="1">
              <a:lnSpc>
                <a:spcPct val="100000"/>
              </a:lnSpc>
              <a:spcBef>
                <a:spcPts val="0"/>
              </a:spcBef>
              <a:spcAft>
                <a:spcPts val="600"/>
              </a:spcAft>
              <a:buFont typeface="Arial" panose="020B0604020202020204" pitchFamily="34" charset="0"/>
              <a:buChar char="•"/>
              <a:defRPr lang="de-DE" sz="1400" b="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lang="de-DE" sz="10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lang="de-DE" sz="9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lang="de-DE" sz="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lang="de-DE" sz="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lang="de-DE"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lang="de-DE"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lang="de-DE"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lang="de-DE" sz="1800" kern="1200">
                <a:solidFill>
                  <a:schemeClr val="tx1"/>
                </a:solidFill>
                <a:latin typeface="+mn-lt"/>
                <a:ea typeface="+mn-ea"/>
                <a:cs typeface="+mn-cs"/>
              </a:defRPr>
            </a:lvl9pPr>
          </a:lstStyle>
          <a:p>
            <a:r>
              <a:rPr lang="de-DE"/>
              <a:t>Entwicklung: Arbeit an den Aufgaben aus dem Backlog in Jira</a:t>
            </a:r>
          </a:p>
          <a:p>
            <a:r>
              <a:rPr lang="de-DE" sz="1400"/>
              <a:t>Hilfestellung bei Problemen und Codereview</a:t>
            </a:r>
          </a:p>
          <a:p>
            <a:pPr>
              <a:buFont typeface="Wingdings" panose="05000000000000000000" pitchFamily="2" charset="2"/>
              <a:buChar char="Ø"/>
            </a:pPr>
            <a:r>
              <a:rPr lang="de-DE" sz="1400"/>
              <a:t>Oft nach dem morgendlichen Meeting zu zweit						</a:t>
            </a:r>
          </a:p>
        </p:txBody>
      </p:sp>
      <p:sp>
        <p:nvSpPr>
          <p:cNvPr id="7" name="Textplatzhalter 8">
            <a:extLst>
              <a:ext uri="{FF2B5EF4-FFF2-40B4-BE49-F238E27FC236}">
                <a16:creationId xmlns:a16="http://schemas.microsoft.com/office/drawing/2014/main" id="{96451B36-9C33-52B7-9B2B-D6EE6EECC46E}"/>
              </a:ext>
            </a:extLst>
          </p:cNvPr>
          <p:cNvSpPr txBox="1">
            <a:spLocks/>
          </p:cNvSpPr>
          <p:nvPr/>
        </p:nvSpPr>
        <p:spPr>
          <a:xfrm>
            <a:off x="5392706" y="4609874"/>
            <a:ext cx="5162709" cy="420683"/>
          </a:xfrm>
          <a:prstGeom prst="rect">
            <a:avLst/>
          </a:prstGeom>
        </p:spPr>
        <p:txBody>
          <a:bodyPr vert="horz" lIns="91440" tIns="45720" rIns="91440" bIns="45720" rtlCol="0" anchor="b">
            <a:noAutofit/>
          </a:bodyPr>
          <a:lstStyle>
            <a:defPPr>
              <a:defRPr lang="de-DE"/>
            </a:defPPr>
            <a:lvl1pPr marL="0" indent="0" algn="l" defTabSz="914400" rtl="0" eaLnBrk="1" latinLnBrk="0" hangingPunct="1">
              <a:lnSpc>
                <a:spcPct val="100000"/>
              </a:lnSpc>
              <a:spcBef>
                <a:spcPts val="1000"/>
              </a:spcBef>
              <a:buFont typeface="Arial" panose="020B0604020202020204" pitchFamily="34" charset="0"/>
              <a:buNone/>
              <a:defRPr lang="de-DE" sz="1800" b="1" i="0" kern="1200">
                <a:solidFill>
                  <a:schemeClr val="bg1"/>
                </a:solidFill>
                <a:latin typeface="+mn-lt"/>
                <a:ea typeface="+mn-ea"/>
                <a:cs typeface="Posterama" panose="020B0504020200020000"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lang="de-DE" sz="10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lang="de-DE" sz="9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lang="de-DE" sz="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lang="de-DE" sz="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lang="de-DE"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lang="de-DE"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lang="de-DE"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lang="de-DE" sz="1800" kern="1200">
                <a:solidFill>
                  <a:schemeClr val="tx1"/>
                </a:solidFill>
                <a:latin typeface="+mn-lt"/>
                <a:ea typeface="+mn-ea"/>
                <a:cs typeface="+mn-cs"/>
              </a:defRPr>
            </a:lvl9pPr>
          </a:lstStyle>
          <a:p>
            <a:r>
              <a:rPr lang="en-US"/>
              <a:t>3. </a:t>
            </a:r>
            <a:r>
              <a:rPr lang="en-US" err="1"/>
              <a:t>Abschlussmeeting</a:t>
            </a:r>
            <a:endParaRPr lang="en-US"/>
          </a:p>
        </p:txBody>
      </p:sp>
      <p:sp>
        <p:nvSpPr>
          <p:cNvPr id="11" name="Textplatzhalter 9">
            <a:extLst>
              <a:ext uri="{FF2B5EF4-FFF2-40B4-BE49-F238E27FC236}">
                <a16:creationId xmlns:a16="http://schemas.microsoft.com/office/drawing/2014/main" id="{FB4212E4-9BCB-B0DF-7A31-C5B151F40695}"/>
              </a:ext>
            </a:extLst>
          </p:cNvPr>
          <p:cNvSpPr txBox="1">
            <a:spLocks/>
          </p:cNvSpPr>
          <p:nvPr/>
        </p:nvSpPr>
        <p:spPr>
          <a:xfrm>
            <a:off x="5433345" y="5094018"/>
            <a:ext cx="5162709" cy="906151"/>
          </a:xfrm>
          <a:prstGeom prst="rect">
            <a:avLst/>
          </a:prstGeom>
        </p:spPr>
        <p:txBody>
          <a:bodyPr vert="horz" lIns="91440" tIns="45720" rIns="91440" bIns="45720" rtlCol="0">
            <a:noAutofit/>
          </a:bodyPr>
          <a:lstStyle>
            <a:defPPr>
              <a:defRPr lang="de-DE"/>
            </a:defPPr>
            <a:lvl1pPr marL="228600" indent="-228600" algn="l" defTabSz="914400" rtl="0" eaLnBrk="1" latinLnBrk="0" hangingPunct="1">
              <a:lnSpc>
                <a:spcPct val="100000"/>
              </a:lnSpc>
              <a:spcBef>
                <a:spcPts val="0"/>
              </a:spcBef>
              <a:spcAft>
                <a:spcPts val="600"/>
              </a:spcAft>
              <a:buFont typeface="Arial" panose="020B0604020202020204" pitchFamily="34" charset="0"/>
              <a:buChar char="•"/>
              <a:defRPr lang="de-DE" sz="1400" b="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lang="de-DE" sz="10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lang="de-DE" sz="9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lang="de-DE" sz="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lang="de-DE" sz="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lang="de-DE"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lang="de-DE"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lang="de-DE"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lang="de-DE" sz="1800" kern="1200">
                <a:solidFill>
                  <a:schemeClr val="tx1"/>
                </a:solidFill>
                <a:latin typeface="+mn-lt"/>
                <a:ea typeface="+mn-ea"/>
                <a:cs typeface="+mn-cs"/>
              </a:defRPr>
            </a:lvl9pPr>
          </a:lstStyle>
          <a:p>
            <a:r>
              <a:rPr lang="de-DE" sz="1400"/>
              <a:t>Fortschrittsverfolgung</a:t>
            </a:r>
          </a:p>
          <a:p>
            <a:pPr>
              <a:buFont typeface="Wingdings" panose="05000000000000000000" pitchFamily="2" charset="2"/>
              <a:buChar char="Ø"/>
            </a:pPr>
            <a:r>
              <a:rPr lang="de-DE" sz="1400"/>
              <a:t>Aufgaben- und </a:t>
            </a:r>
            <a:r>
              <a:rPr lang="de-DE" sz="1400" err="1"/>
              <a:t>Dashboardaktualisierung</a:t>
            </a:r>
            <a:endParaRPr lang="de-DE"/>
          </a:p>
          <a:p>
            <a:pPr>
              <a:buFont typeface="Wingdings" panose="05000000000000000000" pitchFamily="2" charset="2"/>
              <a:buChar char="Ø"/>
            </a:pPr>
            <a:r>
              <a:rPr lang="de-DE" sz="1400"/>
              <a:t>Ausblick					</a:t>
            </a:r>
          </a:p>
        </p:txBody>
      </p:sp>
    </p:spTree>
    <p:extLst>
      <p:ext uri="{BB962C8B-B14F-4D97-AF65-F5344CB8AC3E}">
        <p14:creationId xmlns:p14="http://schemas.microsoft.com/office/powerpoint/2010/main" val="8667874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el 16">
            <a:extLst>
              <a:ext uri="{FF2B5EF4-FFF2-40B4-BE49-F238E27FC236}">
                <a16:creationId xmlns:a16="http://schemas.microsoft.com/office/drawing/2014/main" id="{E17942FE-65D3-7C03-B361-8DF125B81DC1}"/>
              </a:ext>
            </a:extLst>
          </p:cNvPr>
          <p:cNvSpPr>
            <a:spLocks noGrp="1"/>
          </p:cNvSpPr>
          <p:nvPr>
            <p:ph type="title"/>
          </p:nvPr>
        </p:nvSpPr>
        <p:spPr>
          <a:xfrm>
            <a:off x="578914" y="697915"/>
            <a:ext cx="10515600" cy="1205058"/>
          </a:xfrm>
        </p:spPr>
        <p:txBody>
          <a:bodyPr rtlCol="0"/>
          <a:lstStyle>
            <a:defPPr>
              <a:defRPr lang="de-DE"/>
            </a:defPPr>
          </a:lstStyle>
          <a:p>
            <a:pPr rtl="0"/>
            <a:r>
              <a:rPr lang="de-DE">
                <a:solidFill>
                  <a:schemeClr val="accent4">
                    <a:lumMod val="60000"/>
                    <a:lumOff val="40000"/>
                  </a:schemeClr>
                </a:solidFill>
              </a:rPr>
              <a:t>Die Aufgaben</a:t>
            </a:r>
          </a:p>
        </p:txBody>
      </p:sp>
      <p:sp>
        <p:nvSpPr>
          <p:cNvPr id="63" name="Textplatzhalter 62">
            <a:extLst>
              <a:ext uri="{FF2B5EF4-FFF2-40B4-BE49-F238E27FC236}">
                <a16:creationId xmlns:a16="http://schemas.microsoft.com/office/drawing/2014/main" id="{22D79EB2-B914-5355-4D75-3AC59F0DCCC3}"/>
              </a:ext>
            </a:extLst>
          </p:cNvPr>
          <p:cNvSpPr>
            <a:spLocks noGrp="1"/>
          </p:cNvSpPr>
          <p:nvPr>
            <p:ph type="body" sz="quarter" idx="27"/>
          </p:nvPr>
        </p:nvSpPr>
        <p:spPr/>
        <p:txBody>
          <a:bodyPr rtlCol="0"/>
          <a:lstStyle>
            <a:defPPr>
              <a:defRPr lang="de-DE"/>
            </a:defPPr>
          </a:lstStyle>
          <a:p>
            <a:pPr rtl="0"/>
            <a:r>
              <a:rPr lang="de-DE"/>
              <a:t>Tillmann</a:t>
            </a:r>
          </a:p>
        </p:txBody>
      </p:sp>
      <p:sp>
        <p:nvSpPr>
          <p:cNvPr id="16" name="Bildplatzhalter 15">
            <a:extLst>
              <a:ext uri="{FF2B5EF4-FFF2-40B4-BE49-F238E27FC236}">
                <a16:creationId xmlns:a16="http://schemas.microsoft.com/office/drawing/2014/main" id="{7BD10CEB-2241-4246-B0F4-96E0DB642C4C}"/>
              </a:ext>
            </a:extLst>
          </p:cNvPr>
          <p:cNvSpPr>
            <a:spLocks noGrp="1"/>
          </p:cNvSpPr>
          <p:nvPr>
            <p:ph type="body" sz="quarter" idx="28"/>
          </p:nvPr>
        </p:nvSpPr>
        <p:spPr>
          <a:xfrm>
            <a:off x="1507136" y="4447079"/>
            <a:ext cx="1877575" cy="1128254"/>
          </a:xfrm>
        </p:spPr>
        <p:txBody>
          <a:bodyPr rtlCol="0"/>
          <a:lstStyle>
            <a:defPPr>
              <a:defRPr lang="de-DE"/>
            </a:defPPr>
          </a:lstStyle>
          <a:p>
            <a:pPr rtl="0"/>
            <a:endParaRPr lang="de-DE" altLang="zh-CN"/>
          </a:p>
        </p:txBody>
      </p:sp>
      <p:sp>
        <p:nvSpPr>
          <p:cNvPr id="65" name="Textplatzhalter 64">
            <a:extLst>
              <a:ext uri="{FF2B5EF4-FFF2-40B4-BE49-F238E27FC236}">
                <a16:creationId xmlns:a16="http://schemas.microsoft.com/office/drawing/2014/main" id="{0ECD9490-0BE0-6A65-01CD-D54CAB839511}"/>
              </a:ext>
            </a:extLst>
          </p:cNvPr>
          <p:cNvSpPr>
            <a:spLocks noGrp="1"/>
          </p:cNvSpPr>
          <p:nvPr>
            <p:ph type="body" sz="quarter" idx="38"/>
          </p:nvPr>
        </p:nvSpPr>
        <p:spPr/>
        <p:txBody>
          <a:bodyPr rtlCol="0"/>
          <a:lstStyle>
            <a:defPPr>
              <a:defRPr lang="de-DE"/>
            </a:defPPr>
          </a:lstStyle>
          <a:p>
            <a:pPr rtl="0"/>
            <a:r>
              <a:rPr lang="de-DE" err="1"/>
              <a:t>Medede</a:t>
            </a:r>
            <a:endParaRPr lang="de-DE"/>
          </a:p>
        </p:txBody>
      </p:sp>
      <p:sp>
        <p:nvSpPr>
          <p:cNvPr id="19" name="Bildplatzhalter 18">
            <a:extLst>
              <a:ext uri="{FF2B5EF4-FFF2-40B4-BE49-F238E27FC236}">
                <a16:creationId xmlns:a16="http://schemas.microsoft.com/office/drawing/2014/main" id="{78038ACE-740A-4AE7-A0B3-BEEA90495BDD}"/>
              </a:ext>
            </a:extLst>
          </p:cNvPr>
          <p:cNvSpPr>
            <a:spLocks noGrp="1"/>
          </p:cNvSpPr>
          <p:nvPr>
            <p:ph type="body" sz="quarter" idx="39"/>
          </p:nvPr>
        </p:nvSpPr>
        <p:spPr>
          <a:xfrm>
            <a:off x="3889942" y="2937719"/>
            <a:ext cx="1877575" cy="1128254"/>
          </a:xfrm>
        </p:spPr>
        <p:txBody>
          <a:bodyPr rtlCol="0"/>
          <a:lstStyle>
            <a:defPPr>
              <a:defRPr lang="de-DE"/>
            </a:defPPr>
          </a:lstStyle>
          <a:p>
            <a:pPr lvl="0" rtl="0"/>
            <a:endParaRPr lang="de-DE"/>
          </a:p>
        </p:txBody>
      </p:sp>
      <p:sp>
        <p:nvSpPr>
          <p:cNvPr id="67" name="Textplatzhalter 66">
            <a:extLst>
              <a:ext uri="{FF2B5EF4-FFF2-40B4-BE49-F238E27FC236}">
                <a16:creationId xmlns:a16="http://schemas.microsoft.com/office/drawing/2014/main" id="{CEEED1DD-BCBD-5246-2A2C-BCED87782D53}"/>
              </a:ext>
            </a:extLst>
          </p:cNvPr>
          <p:cNvSpPr>
            <a:spLocks noGrp="1"/>
          </p:cNvSpPr>
          <p:nvPr>
            <p:ph type="body" sz="quarter" idx="40"/>
          </p:nvPr>
        </p:nvSpPr>
        <p:spPr/>
        <p:txBody>
          <a:bodyPr rtlCol="0"/>
          <a:lstStyle>
            <a:defPPr>
              <a:defRPr lang="de-DE"/>
            </a:defPPr>
          </a:lstStyle>
          <a:p>
            <a:pPr rtl="0"/>
            <a:r>
              <a:rPr lang="de-DE"/>
              <a:t>Yasin</a:t>
            </a:r>
          </a:p>
        </p:txBody>
      </p:sp>
      <p:sp>
        <p:nvSpPr>
          <p:cNvPr id="21" name="Bildplatzhalter 20">
            <a:extLst>
              <a:ext uri="{FF2B5EF4-FFF2-40B4-BE49-F238E27FC236}">
                <a16:creationId xmlns:a16="http://schemas.microsoft.com/office/drawing/2014/main" id="{DD441F7A-4624-45D2-AE88-EEBA65185E6D}"/>
              </a:ext>
            </a:extLst>
          </p:cNvPr>
          <p:cNvSpPr>
            <a:spLocks noGrp="1"/>
          </p:cNvSpPr>
          <p:nvPr>
            <p:ph type="body" sz="quarter" idx="41"/>
          </p:nvPr>
        </p:nvSpPr>
        <p:spPr>
          <a:xfrm>
            <a:off x="5107230" y="5051157"/>
            <a:ext cx="1877575" cy="1128254"/>
          </a:xfrm>
        </p:spPr>
        <p:txBody>
          <a:bodyPr rtlCol="0"/>
          <a:lstStyle>
            <a:defPPr>
              <a:defRPr lang="de-DE"/>
            </a:defPPr>
          </a:lstStyle>
          <a:p>
            <a:pPr rtl="0"/>
            <a:endParaRPr lang="de-DE" altLang="zh-CN"/>
          </a:p>
        </p:txBody>
      </p:sp>
      <p:sp>
        <p:nvSpPr>
          <p:cNvPr id="69" name="Textplatzhalter 68">
            <a:extLst>
              <a:ext uri="{FF2B5EF4-FFF2-40B4-BE49-F238E27FC236}">
                <a16:creationId xmlns:a16="http://schemas.microsoft.com/office/drawing/2014/main" id="{868536F0-BECB-41C2-208F-CAAC89E244FF}"/>
              </a:ext>
            </a:extLst>
          </p:cNvPr>
          <p:cNvSpPr>
            <a:spLocks noGrp="1"/>
          </p:cNvSpPr>
          <p:nvPr>
            <p:ph type="body" sz="quarter" idx="42"/>
          </p:nvPr>
        </p:nvSpPr>
        <p:spPr/>
        <p:txBody>
          <a:bodyPr rtlCol="0"/>
          <a:lstStyle>
            <a:defPPr>
              <a:defRPr lang="de-DE"/>
            </a:defPPr>
          </a:lstStyle>
          <a:p>
            <a:pPr rtl="0"/>
            <a:r>
              <a:rPr lang="de-DE"/>
              <a:t>Mats</a:t>
            </a:r>
          </a:p>
        </p:txBody>
      </p:sp>
      <p:sp>
        <p:nvSpPr>
          <p:cNvPr id="23" name="Bildplatzhalter 22">
            <a:extLst>
              <a:ext uri="{FF2B5EF4-FFF2-40B4-BE49-F238E27FC236}">
                <a16:creationId xmlns:a16="http://schemas.microsoft.com/office/drawing/2014/main" id="{4EF68FE0-ADE3-4AB5-AC04-6C029B601AB2}"/>
              </a:ext>
            </a:extLst>
          </p:cNvPr>
          <p:cNvSpPr>
            <a:spLocks noGrp="1"/>
          </p:cNvSpPr>
          <p:nvPr>
            <p:ph type="body" sz="quarter" idx="43"/>
          </p:nvPr>
        </p:nvSpPr>
        <p:spPr>
          <a:xfrm>
            <a:off x="7501941" y="5051157"/>
            <a:ext cx="1877575" cy="1128254"/>
          </a:xfrm>
        </p:spPr>
        <p:txBody>
          <a:bodyPr rtlCol="0"/>
          <a:lstStyle>
            <a:defPPr>
              <a:defRPr lang="de-DE"/>
            </a:defPPr>
          </a:lstStyle>
          <a:p>
            <a:pPr rtl="0"/>
            <a:r>
              <a:rPr lang="de-DE" altLang="zh-CN"/>
              <a:t>Überweisung per Foto, Dateiupload, Kamerafunktion</a:t>
            </a:r>
          </a:p>
        </p:txBody>
      </p:sp>
      <p:sp>
        <p:nvSpPr>
          <p:cNvPr id="4" name="Fußzeilenplatzhalter 3">
            <a:extLst>
              <a:ext uri="{FF2B5EF4-FFF2-40B4-BE49-F238E27FC236}">
                <a16:creationId xmlns:a16="http://schemas.microsoft.com/office/drawing/2014/main" id="{D0B7C211-AD9C-8CEC-B456-8FA0021960A9}"/>
              </a:ext>
            </a:extLst>
          </p:cNvPr>
          <p:cNvSpPr>
            <a:spLocks noGrp="1"/>
          </p:cNvSpPr>
          <p:nvPr>
            <p:ph type="ftr" sz="quarter" idx="46"/>
          </p:nvPr>
        </p:nvSpPr>
        <p:spPr/>
        <p:txBody>
          <a:bodyPr rtlCol="0"/>
          <a:lstStyle>
            <a:defPPr>
              <a:defRPr lang="de-DE"/>
            </a:defPPr>
          </a:lstStyle>
          <a:p>
            <a:pPr rtl="0"/>
            <a:r>
              <a:rPr lang="de-DE"/>
              <a:t>Präsentationstitel</a:t>
            </a:r>
          </a:p>
        </p:txBody>
      </p:sp>
      <p:sp>
        <p:nvSpPr>
          <p:cNvPr id="15" name="Foliennummernplatzhalter 13">
            <a:extLst>
              <a:ext uri="{FF2B5EF4-FFF2-40B4-BE49-F238E27FC236}">
                <a16:creationId xmlns:a16="http://schemas.microsoft.com/office/drawing/2014/main" id="{F783E846-53E9-08B1-C781-088BBC6B5488}"/>
              </a:ext>
            </a:extLst>
          </p:cNvPr>
          <p:cNvSpPr txBox="1">
            <a:spLocks/>
          </p:cNvSpPr>
          <p:nvPr/>
        </p:nvSpPr>
        <p:spPr>
          <a:xfrm>
            <a:off x="11194169" y="6215665"/>
            <a:ext cx="458592" cy="365125"/>
          </a:xfrm>
          <a:prstGeom prst="rect">
            <a:avLst/>
          </a:prstGeom>
        </p:spPr>
        <p:txBody>
          <a:bodyPr rtlCol="0" anchor="ctr"/>
          <a:lstStyle>
            <a:defPPr>
              <a:defRPr lang="de-DE"/>
            </a:defPPr>
            <a:lvl1pPr marL="0" algn="ctr" defTabSz="914400" rtl="0" eaLnBrk="1" latinLnBrk="0" hangingPunct="1">
              <a:defRPr lang="de-DE" sz="1200" b="0" i="0" kern="1200">
                <a:solidFill>
                  <a:schemeClr val="tx1"/>
                </a:solidFill>
                <a:latin typeface="Abadi" panose="020B0604020104020204" pitchFamily="34" charset="0"/>
                <a:ea typeface="+mn-ea"/>
                <a:cs typeface="+mn-cs"/>
              </a:defRPr>
            </a:lvl1pPr>
            <a:lvl2pPr marL="457200" algn="l" defTabSz="914400" rtl="0" eaLnBrk="1" latinLnBrk="0" hangingPunct="1">
              <a:defRPr lang="de-DE" sz="1800" kern="1200">
                <a:solidFill>
                  <a:schemeClr val="tx1"/>
                </a:solidFill>
                <a:latin typeface="+mn-lt"/>
                <a:ea typeface="+mn-ea"/>
                <a:cs typeface="+mn-cs"/>
              </a:defRPr>
            </a:lvl2pPr>
            <a:lvl3pPr marL="914400" algn="l" defTabSz="914400" rtl="0" eaLnBrk="1" latinLnBrk="0" hangingPunct="1">
              <a:defRPr lang="de-DE" sz="1800" kern="1200">
                <a:solidFill>
                  <a:schemeClr val="tx1"/>
                </a:solidFill>
                <a:latin typeface="+mn-lt"/>
                <a:ea typeface="+mn-ea"/>
                <a:cs typeface="+mn-cs"/>
              </a:defRPr>
            </a:lvl3pPr>
            <a:lvl4pPr marL="1371600" algn="l" defTabSz="914400" rtl="0" eaLnBrk="1" latinLnBrk="0" hangingPunct="1">
              <a:defRPr lang="de-DE" sz="1800" kern="1200">
                <a:solidFill>
                  <a:schemeClr val="tx1"/>
                </a:solidFill>
                <a:latin typeface="+mn-lt"/>
                <a:ea typeface="+mn-ea"/>
                <a:cs typeface="+mn-cs"/>
              </a:defRPr>
            </a:lvl4pPr>
            <a:lvl5pPr marL="1828800" algn="l" defTabSz="914400" rtl="0" eaLnBrk="1" latinLnBrk="0" hangingPunct="1">
              <a:defRPr lang="de-DE" sz="1800" kern="1200">
                <a:solidFill>
                  <a:schemeClr val="tx1"/>
                </a:solidFill>
                <a:latin typeface="+mn-lt"/>
                <a:ea typeface="+mn-ea"/>
                <a:cs typeface="+mn-cs"/>
              </a:defRPr>
            </a:lvl5pPr>
            <a:lvl6pPr marL="2286000" algn="l" defTabSz="914400" rtl="0" eaLnBrk="1" latinLnBrk="0" hangingPunct="1">
              <a:defRPr lang="de-DE" sz="1800" kern="1200">
                <a:solidFill>
                  <a:schemeClr val="tx1"/>
                </a:solidFill>
                <a:latin typeface="+mn-lt"/>
                <a:ea typeface="+mn-ea"/>
                <a:cs typeface="+mn-cs"/>
              </a:defRPr>
            </a:lvl6pPr>
            <a:lvl7pPr marL="2743200" algn="l" defTabSz="914400" rtl="0" eaLnBrk="1" latinLnBrk="0" hangingPunct="1">
              <a:defRPr lang="de-DE" sz="1800" kern="1200">
                <a:solidFill>
                  <a:schemeClr val="tx1"/>
                </a:solidFill>
                <a:latin typeface="+mn-lt"/>
                <a:ea typeface="+mn-ea"/>
                <a:cs typeface="+mn-cs"/>
              </a:defRPr>
            </a:lvl7pPr>
            <a:lvl8pPr marL="3200400" algn="l" defTabSz="914400" rtl="0" eaLnBrk="1" latinLnBrk="0" hangingPunct="1">
              <a:defRPr lang="de-DE" sz="1800" kern="1200">
                <a:solidFill>
                  <a:schemeClr val="tx1"/>
                </a:solidFill>
                <a:latin typeface="+mn-lt"/>
                <a:ea typeface="+mn-ea"/>
                <a:cs typeface="+mn-cs"/>
              </a:defRPr>
            </a:lvl8pPr>
            <a:lvl9pPr marL="3657600" algn="l" defTabSz="914400" rtl="0" eaLnBrk="1" latinLnBrk="0" hangingPunct="1">
              <a:defRPr lang="de-DE"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lang="de-DE"/>
            </a:pPr>
            <a:fld id="{47FEACEE-25B4-4A2D-B147-27296E36371D}" type="slidenum">
              <a:rPr kumimoji="0" lang="de-DE"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lang="de-DE"/>
              </a:pPr>
              <a:t>9</a:t>
            </a:fld>
            <a:endParaRPr kumimoji="0" lang="de-DE" altLang="zh-CN" sz="1200" u="none" strike="noStrike" kern="1200" cap="none" spc="0" normalizeH="0" baseline="0">
              <a:ln>
                <a:noFill/>
              </a:ln>
              <a:solidFill>
                <a:schemeClr val="bg1"/>
              </a:solidFill>
              <a:effectLst/>
              <a:uLnTx/>
              <a:uFillTx/>
            </a:endParaRPr>
          </a:p>
        </p:txBody>
      </p:sp>
      <p:pic>
        <p:nvPicPr>
          <p:cNvPr id="10" name="Bildplatzhalter 4" descr="Ein Bild, das Text, Symbol, Schrift, Grafiken enthält.&#10;&#10;Automatisch generierte Beschreibung">
            <a:extLst>
              <a:ext uri="{FF2B5EF4-FFF2-40B4-BE49-F238E27FC236}">
                <a16:creationId xmlns:a16="http://schemas.microsoft.com/office/drawing/2014/main" id="{762E58CC-946E-61F0-926F-D369E41855A7}"/>
              </a:ext>
            </a:extLst>
          </p:cNvPr>
          <p:cNvPicPr>
            <a:picLocks noGrp="1" noChangeAspect="1"/>
          </p:cNvPicPr>
          <p:nvPr>
            <p:ph type="pic" sz="quarter" idx="47"/>
          </p:nvPr>
        </p:nvPicPr>
        <p:blipFill>
          <a:blip r:embed="rId3"/>
          <a:srcRect l="6518" r="6518"/>
          <a:stretch>
            <a:fillRect/>
          </a:stretch>
        </p:blipFill>
        <p:spPr>
          <a:xfrm>
            <a:off x="8440728" y="1642285"/>
            <a:ext cx="2392269" cy="2751119"/>
          </a:xfrm>
        </p:spPr>
      </p:pic>
    </p:spTree>
    <p:extLst>
      <p:ext uri="{BB962C8B-B14F-4D97-AF65-F5344CB8AC3E}">
        <p14:creationId xmlns:p14="http://schemas.microsoft.com/office/powerpoint/2010/main" val="37609069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el 7">
            <a:extLst>
              <a:ext uri="{FF2B5EF4-FFF2-40B4-BE49-F238E27FC236}">
                <a16:creationId xmlns:a16="http://schemas.microsoft.com/office/drawing/2014/main" id="{721E73BA-53B9-C0C1-476A-00736A64AB79}"/>
              </a:ext>
            </a:extLst>
          </p:cNvPr>
          <p:cNvSpPr>
            <a:spLocks noGrp="1"/>
          </p:cNvSpPr>
          <p:nvPr>
            <p:ph type="title"/>
          </p:nvPr>
        </p:nvSpPr>
        <p:spPr>
          <a:xfrm>
            <a:off x="140630" y="780025"/>
            <a:ext cx="4231507" cy="2277580"/>
          </a:xfrm>
        </p:spPr>
        <p:txBody>
          <a:bodyPr rtlCol="0"/>
          <a:lstStyle>
            <a:defPPr>
              <a:defRPr lang="de-DE"/>
            </a:defPPr>
          </a:lstStyle>
          <a:p>
            <a:r>
              <a:rPr lang="de-DE">
                <a:solidFill>
                  <a:schemeClr val="accent4">
                    <a:lumMod val="40000"/>
                    <a:lumOff val="60000"/>
                  </a:schemeClr>
                </a:solidFill>
              </a:rPr>
              <a:t>Technisches und Tools</a:t>
            </a:r>
            <a:br>
              <a:rPr lang="de-DE">
                <a:solidFill>
                  <a:schemeClr val="accent4">
                    <a:lumMod val="40000"/>
                    <a:lumOff val="60000"/>
                  </a:schemeClr>
                </a:solidFill>
              </a:rPr>
            </a:br>
            <a:r>
              <a:rPr lang="de-DE" sz="2400"/>
              <a:t>Backend</a:t>
            </a:r>
          </a:p>
        </p:txBody>
      </p:sp>
      <p:pic>
        <p:nvPicPr>
          <p:cNvPr id="192" name="Bildplatzhalter 191" descr="Abakus mit fester Füllung">
            <a:extLst>
              <a:ext uri="{FF2B5EF4-FFF2-40B4-BE49-F238E27FC236}">
                <a16:creationId xmlns:a16="http://schemas.microsoft.com/office/drawing/2014/main" id="{03D5E3D1-D423-EF5A-EE43-00CF1BD7FF63}"/>
              </a:ext>
            </a:extLst>
          </p:cNvPr>
          <p:cNvPicPr>
            <a:picLocks noGrp="1" noChangeAspect="1"/>
          </p:cNvPicPr>
          <p:nvPr>
            <p:ph type="pic" sz="quarter" idx="36"/>
          </p:nvPr>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5182" r="5182"/>
          <a:stretch>
            <a:fillRect/>
          </a:stretch>
        </p:blipFill>
        <p:spPr/>
      </p:pic>
      <p:sp>
        <p:nvSpPr>
          <p:cNvPr id="10" name="Textplatzhalter 9">
            <a:extLst>
              <a:ext uri="{FF2B5EF4-FFF2-40B4-BE49-F238E27FC236}">
                <a16:creationId xmlns:a16="http://schemas.microsoft.com/office/drawing/2014/main" id="{4CE5DE1C-24E7-3841-9376-89E91B4A4762}"/>
              </a:ext>
            </a:extLst>
          </p:cNvPr>
          <p:cNvSpPr>
            <a:spLocks noGrp="1"/>
          </p:cNvSpPr>
          <p:nvPr>
            <p:ph type="body" sz="quarter" idx="28"/>
          </p:nvPr>
        </p:nvSpPr>
        <p:spPr>
          <a:xfrm>
            <a:off x="5271608" y="1469069"/>
            <a:ext cx="5162709" cy="1436691"/>
          </a:xfrm>
        </p:spPr>
        <p:txBody>
          <a:bodyPr rtlCol="0"/>
          <a:lstStyle>
            <a:defPPr>
              <a:defRPr lang="de-DE"/>
            </a:defPPr>
          </a:lstStyle>
          <a:p>
            <a:pPr marL="0" indent="0">
              <a:buNone/>
            </a:pPr>
            <a:r>
              <a:rPr lang="de-DE" sz="1400"/>
              <a:t>						</a:t>
            </a:r>
          </a:p>
        </p:txBody>
      </p:sp>
      <p:pic>
        <p:nvPicPr>
          <p:cNvPr id="194" name="Bildplatzhalter 193" descr="Balkendiagramm mit Aufwärtstrend mit durchgehender Füllung">
            <a:extLst>
              <a:ext uri="{FF2B5EF4-FFF2-40B4-BE49-F238E27FC236}">
                <a16:creationId xmlns:a16="http://schemas.microsoft.com/office/drawing/2014/main" id="{FAB9DE8A-4935-A3E0-0122-F76CDEAC29D1}"/>
              </a:ext>
            </a:extLst>
          </p:cNvPr>
          <p:cNvPicPr>
            <a:picLocks noGrp="1" noChangeAspect="1"/>
          </p:cNvPicPr>
          <p:nvPr>
            <p:ph type="pic" sz="quarter" idx="37"/>
          </p:nvPr>
        </p:nvPicPr>
        <p:blipFill>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rcRect l="2661" r="2661"/>
          <a:stretch>
            <a:fillRect/>
          </a:stretch>
        </p:blipFill>
        <p:spPr/>
      </p:pic>
      <p:pic>
        <p:nvPicPr>
          <p:cNvPr id="196" name="Bildplatzhalter 195" descr="Link mit fester Füllung">
            <a:extLst>
              <a:ext uri="{FF2B5EF4-FFF2-40B4-BE49-F238E27FC236}">
                <a16:creationId xmlns:a16="http://schemas.microsoft.com/office/drawing/2014/main" id="{B21D7164-3991-2960-0F80-CB302359CD8D}"/>
              </a:ext>
            </a:extLst>
          </p:cNvPr>
          <p:cNvPicPr>
            <a:picLocks noGrp="1" noChangeAspect="1"/>
          </p:cNvPicPr>
          <p:nvPr>
            <p:ph type="pic" sz="quarter" idx="38"/>
          </p:nvPr>
        </p:nvPicPr>
        <p:blipFill>
          <a:blip r:embed="rId7" cstate="print">
            <a:extLst>
              <a:ext uri="{28A0092B-C50C-407E-A947-70E740481C1C}">
                <a14:useLocalDpi xmlns:a14="http://schemas.microsoft.com/office/drawing/2010/main"/>
              </a:ext>
              <a:ext uri="{96DAC541-7B7A-43D3-8B79-37D633B846F1}">
                <asvg:svgBlip xmlns:asvg="http://schemas.microsoft.com/office/drawing/2016/SVG/main" r:embed="rId8"/>
              </a:ext>
            </a:extLst>
          </a:blip>
          <a:srcRect l="2528" r="2528"/>
          <a:stretch>
            <a:fillRect/>
          </a:stretch>
        </p:blipFill>
        <p:spPr/>
      </p:pic>
      <p:sp>
        <p:nvSpPr>
          <p:cNvPr id="15" name="Foliennummernplatzhalter 13">
            <a:extLst>
              <a:ext uri="{FF2B5EF4-FFF2-40B4-BE49-F238E27FC236}">
                <a16:creationId xmlns:a16="http://schemas.microsoft.com/office/drawing/2014/main" id="{55AB7753-4245-72E4-BEDB-33038672BA35}"/>
              </a:ext>
            </a:extLst>
          </p:cNvPr>
          <p:cNvSpPr txBox="1">
            <a:spLocks/>
          </p:cNvSpPr>
          <p:nvPr/>
        </p:nvSpPr>
        <p:spPr>
          <a:xfrm>
            <a:off x="11194169" y="6215665"/>
            <a:ext cx="458592" cy="365125"/>
          </a:xfrm>
          <a:prstGeom prst="rect">
            <a:avLst/>
          </a:prstGeom>
        </p:spPr>
        <p:txBody>
          <a:bodyPr rtlCol="0" anchor="ctr"/>
          <a:lstStyle>
            <a:defPPr>
              <a:defRPr lang="de-DE"/>
            </a:defPPr>
            <a:lvl1pPr marL="0" algn="ctr" defTabSz="914400" rtl="0" eaLnBrk="1" latinLnBrk="0" hangingPunct="1">
              <a:defRPr lang="de-DE" sz="1200" b="0" i="0" kern="1200">
                <a:solidFill>
                  <a:schemeClr val="tx1"/>
                </a:solidFill>
                <a:latin typeface="Abadi" panose="020B0604020104020204" pitchFamily="34" charset="0"/>
                <a:ea typeface="+mn-ea"/>
                <a:cs typeface="+mn-cs"/>
              </a:defRPr>
            </a:lvl1pPr>
            <a:lvl2pPr marL="457200" algn="l" defTabSz="914400" rtl="0" eaLnBrk="1" latinLnBrk="0" hangingPunct="1">
              <a:defRPr lang="de-DE" sz="1800" kern="1200">
                <a:solidFill>
                  <a:schemeClr val="tx1"/>
                </a:solidFill>
                <a:latin typeface="+mn-lt"/>
                <a:ea typeface="+mn-ea"/>
                <a:cs typeface="+mn-cs"/>
              </a:defRPr>
            </a:lvl2pPr>
            <a:lvl3pPr marL="914400" algn="l" defTabSz="914400" rtl="0" eaLnBrk="1" latinLnBrk="0" hangingPunct="1">
              <a:defRPr lang="de-DE" sz="1800" kern="1200">
                <a:solidFill>
                  <a:schemeClr val="tx1"/>
                </a:solidFill>
                <a:latin typeface="+mn-lt"/>
                <a:ea typeface="+mn-ea"/>
                <a:cs typeface="+mn-cs"/>
              </a:defRPr>
            </a:lvl3pPr>
            <a:lvl4pPr marL="1371600" algn="l" defTabSz="914400" rtl="0" eaLnBrk="1" latinLnBrk="0" hangingPunct="1">
              <a:defRPr lang="de-DE" sz="1800" kern="1200">
                <a:solidFill>
                  <a:schemeClr val="tx1"/>
                </a:solidFill>
                <a:latin typeface="+mn-lt"/>
                <a:ea typeface="+mn-ea"/>
                <a:cs typeface="+mn-cs"/>
              </a:defRPr>
            </a:lvl4pPr>
            <a:lvl5pPr marL="1828800" algn="l" defTabSz="914400" rtl="0" eaLnBrk="1" latinLnBrk="0" hangingPunct="1">
              <a:defRPr lang="de-DE" sz="1800" kern="1200">
                <a:solidFill>
                  <a:schemeClr val="tx1"/>
                </a:solidFill>
                <a:latin typeface="+mn-lt"/>
                <a:ea typeface="+mn-ea"/>
                <a:cs typeface="+mn-cs"/>
              </a:defRPr>
            </a:lvl5pPr>
            <a:lvl6pPr marL="2286000" algn="l" defTabSz="914400" rtl="0" eaLnBrk="1" latinLnBrk="0" hangingPunct="1">
              <a:defRPr lang="de-DE" sz="1800" kern="1200">
                <a:solidFill>
                  <a:schemeClr val="tx1"/>
                </a:solidFill>
                <a:latin typeface="+mn-lt"/>
                <a:ea typeface="+mn-ea"/>
                <a:cs typeface="+mn-cs"/>
              </a:defRPr>
            </a:lvl6pPr>
            <a:lvl7pPr marL="2743200" algn="l" defTabSz="914400" rtl="0" eaLnBrk="1" latinLnBrk="0" hangingPunct="1">
              <a:defRPr lang="de-DE" sz="1800" kern="1200">
                <a:solidFill>
                  <a:schemeClr val="tx1"/>
                </a:solidFill>
                <a:latin typeface="+mn-lt"/>
                <a:ea typeface="+mn-ea"/>
                <a:cs typeface="+mn-cs"/>
              </a:defRPr>
            </a:lvl7pPr>
            <a:lvl8pPr marL="3200400" algn="l" defTabSz="914400" rtl="0" eaLnBrk="1" latinLnBrk="0" hangingPunct="1">
              <a:defRPr lang="de-DE" sz="1800" kern="1200">
                <a:solidFill>
                  <a:schemeClr val="tx1"/>
                </a:solidFill>
                <a:latin typeface="+mn-lt"/>
                <a:ea typeface="+mn-ea"/>
                <a:cs typeface="+mn-cs"/>
              </a:defRPr>
            </a:lvl8pPr>
            <a:lvl9pPr marL="3657600" algn="l" defTabSz="914400" rtl="0" eaLnBrk="1" latinLnBrk="0" hangingPunct="1">
              <a:defRPr lang="de-DE"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lang="de-DE"/>
            </a:pPr>
            <a:fld id="{47FEACEE-25B4-4A2D-B147-27296E36371D}" type="slidenum">
              <a:rPr kumimoji="0" lang="de-DE"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lang="de-DE"/>
              </a:pPr>
              <a:t>10</a:t>
            </a:fld>
            <a:endParaRPr kumimoji="0" lang="de-DE" altLang="zh-CN" sz="1200" u="none" strike="noStrike" kern="1200" cap="none" spc="0" normalizeH="0" baseline="0">
              <a:ln>
                <a:noFill/>
              </a:ln>
              <a:solidFill>
                <a:schemeClr val="bg1"/>
              </a:solidFill>
              <a:effectLst/>
              <a:uLnTx/>
              <a:uFillTx/>
            </a:endParaRPr>
          </a:p>
        </p:txBody>
      </p:sp>
      <p:sp>
        <p:nvSpPr>
          <p:cNvPr id="5" name="Textplatzhalter 9">
            <a:extLst>
              <a:ext uri="{FF2B5EF4-FFF2-40B4-BE49-F238E27FC236}">
                <a16:creationId xmlns:a16="http://schemas.microsoft.com/office/drawing/2014/main" id="{4340C07F-B5E2-9B93-E535-85DD0510C052}"/>
              </a:ext>
            </a:extLst>
          </p:cNvPr>
          <p:cNvSpPr txBox="1">
            <a:spLocks/>
          </p:cNvSpPr>
          <p:nvPr/>
        </p:nvSpPr>
        <p:spPr>
          <a:xfrm>
            <a:off x="5392705" y="3444535"/>
            <a:ext cx="5162709" cy="906151"/>
          </a:xfrm>
          <a:prstGeom prst="rect">
            <a:avLst/>
          </a:prstGeom>
        </p:spPr>
        <p:txBody>
          <a:bodyPr vert="horz" lIns="91440" tIns="45720" rIns="91440" bIns="45720" rtlCol="0">
            <a:noAutofit/>
          </a:bodyPr>
          <a:lstStyle>
            <a:defPPr>
              <a:defRPr lang="de-DE"/>
            </a:defPPr>
            <a:lvl1pPr marL="228600" indent="-228600" algn="l" defTabSz="914400" rtl="0" eaLnBrk="1" latinLnBrk="0" hangingPunct="1">
              <a:lnSpc>
                <a:spcPct val="100000"/>
              </a:lnSpc>
              <a:spcBef>
                <a:spcPts val="0"/>
              </a:spcBef>
              <a:spcAft>
                <a:spcPts val="600"/>
              </a:spcAft>
              <a:buFont typeface="Arial" panose="020B0604020202020204" pitchFamily="34" charset="0"/>
              <a:buChar char="•"/>
              <a:defRPr lang="de-DE" sz="1400" b="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lang="de-DE" sz="10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lang="de-DE" sz="9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lang="de-DE" sz="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lang="de-DE" sz="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lang="de-DE"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lang="de-DE"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lang="de-DE"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lang="de-DE" sz="1800" kern="1200">
                <a:solidFill>
                  <a:schemeClr val="tx1"/>
                </a:solidFill>
                <a:latin typeface="+mn-lt"/>
                <a:ea typeface="+mn-ea"/>
                <a:cs typeface="+mn-cs"/>
              </a:defRPr>
            </a:lvl9pPr>
          </a:lstStyle>
          <a:p>
            <a:pPr marL="0" indent="0">
              <a:buNone/>
            </a:pPr>
            <a:r>
              <a:rPr lang="de-DE" sz="1400"/>
              <a:t>						</a:t>
            </a:r>
          </a:p>
        </p:txBody>
      </p:sp>
      <p:sp>
        <p:nvSpPr>
          <p:cNvPr id="11" name="Textplatzhalter 9">
            <a:extLst>
              <a:ext uri="{FF2B5EF4-FFF2-40B4-BE49-F238E27FC236}">
                <a16:creationId xmlns:a16="http://schemas.microsoft.com/office/drawing/2014/main" id="{FB4212E4-9BCB-B0DF-7A31-C5B151F40695}"/>
              </a:ext>
            </a:extLst>
          </p:cNvPr>
          <p:cNvSpPr txBox="1">
            <a:spLocks/>
          </p:cNvSpPr>
          <p:nvPr/>
        </p:nvSpPr>
        <p:spPr>
          <a:xfrm>
            <a:off x="5433345" y="5094018"/>
            <a:ext cx="5162709" cy="906151"/>
          </a:xfrm>
          <a:prstGeom prst="rect">
            <a:avLst/>
          </a:prstGeom>
        </p:spPr>
        <p:txBody>
          <a:bodyPr vert="horz" lIns="91440" tIns="45720" rIns="91440" bIns="45720" rtlCol="0">
            <a:noAutofit/>
          </a:bodyPr>
          <a:lstStyle>
            <a:defPPr>
              <a:defRPr lang="de-DE"/>
            </a:defPPr>
            <a:lvl1pPr marL="228600" indent="-228600" algn="l" defTabSz="914400" rtl="0" eaLnBrk="1" latinLnBrk="0" hangingPunct="1">
              <a:lnSpc>
                <a:spcPct val="100000"/>
              </a:lnSpc>
              <a:spcBef>
                <a:spcPts val="0"/>
              </a:spcBef>
              <a:spcAft>
                <a:spcPts val="600"/>
              </a:spcAft>
              <a:buFont typeface="Arial" panose="020B0604020202020204" pitchFamily="34" charset="0"/>
              <a:buChar char="•"/>
              <a:defRPr lang="de-DE" sz="1400" b="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lang="de-DE" sz="10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lang="de-DE" sz="9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lang="de-DE" sz="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lang="de-DE" sz="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lang="de-DE"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lang="de-DE"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lang="de-DE"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lang="de-DE" sz="1800" kern="1200">
                <a:solidFill>
                  <a:schemeClr val="tx1"/>
                </a:solidFill>
                <a:latin typeface="+mn-lt"/>
                <a:ea typeface="+mn-ea"/>
                <a:cs typeface="+mn-cs"/>
              </a:defRPr>
            </a:lvl9pPr>
          </a:lstStyle>
          <a:p>
            <a:pPr marL="0" indent="0">
              <a:buNone/>
            </a:pPr>
            <a:r>
              <a:rPr lang="de-DE" sz="1400"/>
              <a:t>				</a:t>
            </a:r>
          </a:p>
        </p:txBody>
      </p:sp>
      <p:pic>
        <p:nvPicPr>
          <p:cNvPr id="21" name="Grafik 20" descr="Ein Bild, das Text, Screenshot, Diagramm, Design enthält.&#10;&#10;Automatisch generierte Beschreibung">
            <a:extLst>
              <a:ext uri="{FF2B5EF4-FFF2-40B4-BE49-F238E27FC236}">
                <a16:creationId xmlns:a16="http://schemas.microsoft.com/office/drawing/2014/main" id="{CB4E52A4-93E3-D759-FF1F-BAF0851F30AF}"/>
              </a:ext>
            </a:extLst>
          </p:cNvPr>
          <p:cNvPicPr>
            <a:picLocks noChangeAspect="1"/>
          </p:cNvPicPr>
          <p:nvPr/>
        </p:nvPicPr>
        <p:blipFill>
          <a:blip r:embed="rId9"/>
          <a:stretch>
            <a:fillRect/>
          </a:stretch>
        </p:blipFill>
        <p:spPr>
          <a:xfrm>
            <a:off x="4351814" y="652995"/>
            <a:ext cx="7514386" cy="5605273"/>
          </a:xfrm>
          <a:prstGeom prst="rect">
            <a:avLst/>
          </a:prstGeom>
        </p:spPr>
      </p:pic>
    </p:spTree>
    <p:extLst>
      <p:ext uri="{BB962C8B-B14F-4D97-AF65-F5344CB8AC3E}">
        <p14:creationId xmlns:p14="http://schemas.microsoft.com/office/powerpoint/2010/main" val="41842854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el 7">
            <a:extLst>
              <a:ext uri="{FF2B5EF4-FFF2-40B4-BE49-F238E27FC236}">
                <a16:creationId xmlns:a16="http://schemas.microsoft.com/office/drawing/2014/main" id="{721E73BA-53B9-C0C1-476A-00736A64AB79}"/>
              </a:ext>
            </a:extLst>
          </p:cNvPr>
          <p:cNvSpPr>
            <a:spLocks noGrp="1"/>
          </p:cNvSpPr>
          <p:nvPr>
            <p:ph type="title"/>
          </p:nvPr>
        </p:nvSpPr>
        <p:spPr>
          <a:xfrm>
            <a:off x="140630" y="780025"/>
            <a:ext cx="4231507" cy="2277580"/>
          </a:xfrm>
        </p:spPr>
        <p:txBody>
          <a:bodyPr rtlCol="0"/>
          <a:lstStyle>
            <a:defPPr>
              <a:defRPr lang="de-DE"/>
            </a:defPPr>
          </a:lstStyle>
          <a:p>
            <a:r>
              <a:rPr lang="de-DE">
                <a:solidFill>
                  <a:schemeClr val="accent4">
                    <a:lumMod val="40000"/>
                    <a:lumOff val="60000"/>
                  </a:schemeClr>
                </a:solidFill>
              </a:rPr>
              <a:t>Technisches und Tools</a:t>
            </a:r>
            <a:br>
              <a:rPr lang="de-DE">
                <a:solidFill>
                  <a:schemeClr val="accent4">
                    <a:lumMod val="40000"/>
                    <a:lumOff val="60000"/>
                  </a:schemeClr>
                </a:solidFill>
              </a:rPr>
            </a:br>
            <a:r>
              <a:rPr lang="de-DE" sz="2400"/>
              <a:t>Frontend</a:t>
            </a:r>
          </a:p>
        </p:txBody>
      </p:sp>
      <p:pic>
        <p:nvPicPr>
          <p:cNvPr id="192" name="Bildplatzhalter 191" descr="Abakus mit fester Füllung">
            <a:extLst>
              <a:ext uri="{FF2B5EF4-FFF2-40B4-BE49-F238E27FC236}">
                <a16:creationId xmlns:a16="http://schemas.microsoft.com/office/drawing/2014/main" id="{03D5E3D1-D423-EF5A-EE43-00CF1BD7FF63}"/>
              </a:ext>
            </a:extLst>
          </p:cNvPr>
          <p:cNvPicPr>
            <a:picLocks noGrp="1" noChangeAspect="1"/>
          </p:cNvPicPr>
          <p:nvPr>
            <p:ph type="pic" sz="quarter" idx="36"/>
          </p:nvPr>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5182" r="5182"/>
          <a:stretch>
            <a:fillRect/>
          </a:stretch>
        </p:blipFill>
        <p:spPr/>
      </p:pic>
      <p:sp>
        <p:nvSpPr>
          <p:cNvPr id="10" name="Textplatzhalter 9">
            <a:extLst>
              <a:ext uri="{FF2B5EF4-FFF2-40B4-BE49-F238E27FC236}">
                <a16:creationId xmlns:a16="http://schemas.microsoft.com/office/drawing/2014/main" id="{4CE5DE1C-24E7-3841-9376-89E91B4A4762}"/>
              </a:ext>
            </a:extLst>
          </p:cNvPr>
          <p:cNvSpPr>
            <a:spLocks noGrp="1"/>
          </p:cNvSpPr>
          <p:nvPr>
            <p:ph type="body" sz="quarter" idx="28"/>
          </p:nvPr>
        </p:nvSpPr>
        <p:spPr>
          <a:xfrm>
            <a:off x="5271608" y="1469069"/>
            <a:ext cx="5162709" cy="1436691"/>
          </a:xfrm>
        </p:spPr>
        <p:txBody>
          <a:bodyPr rtlCol="0"/>
          <a:lstStyle>
            <a:defPPr>
              <a:defRPr lang="de-DE"/>
            </a:defPPr>
          </a:lstStyle>
          <a:p>
            <a:pPr marL="0" indent="0">
              <a:buNone/>
            </a:pPr>
            <a:r>
              <a:rPr lang="de-DE" sz="1400"/>
              <a:t>						</a:t>
            </a:r>
          </a:p>
        </p:txBody>
      </p:sp>
      <p:pic>
        <p:nvPicPr>
          <p:cNvPr id="194" name="Bildplatzhalter 193" descr="Balkendiagramm mit Aufwärtstrend mit durchgehender Füllung">
            <a:extLst>
              <a:ext uri="{FF2B5EF4-FFF2-40B4-BE49-F238E27FC236}">
                <a16:creationId xmlns:a16="http://schemas.microsoft.com/office/drawing/2014/main" id="{FAB9DE8A-4935-A3E0-0122-F76CDEAC29D1}"/>
              </a:ext>
            </a:extLst>
          </p:cNvPr>
          <p:cNvPicPr>
            <a:picLocks noGrp="1" noChangeAspect="1"/>
          </p:cNvPicPr>
          <p:nvPr>
            <p:ph type="pic" sz="quarter" idx="37"/>
          </p:nvPr>
        </p:nvPicPr>
        <p:blipFill>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rcRect l="2661" r="2661"/>
          <a:stretch>
            <a:fillRect/>
          </a:stretch>
        </p:blipFill>
        <p:spPr/>
      </p:pic>
      <p:pic>
        <p:nvPicPr>
          <p:cNvPr id="196" name="Bildplatzhalter 195" descr="Link mit fester Füllung">
            <a:extLst>
              <a:ext uri="{FF2B5EF4-FFF2-40B4-BE49-F238E27FC236}">
                <a16:creationId xmlns:a16="http://schemas.microsoft.com/office/drawing/2014/main" id="{B21D7164-3991-2960-0F80-CB302359CD8D}"/>
              </a:ext>
            </a:extLst>
          </p:cNvPr>
          <p:cNvPicPr>
            <a:picLocks noGrp="1" noChangeAspect="1"/>
          </p:cNvPicPr>
          <p:nvPr>
            <p:ph type="pic" sz="quarter" idx="38"/>
          </p:nvPr>
        </p:nvPicPr>
        <p:blipFill>
          <a:blip r:embed="rId7" cstate="print">
            <a:extLst>
              <a:ext uri="{28A0092B-C50C-407E-A947-70E740481C1C}">
                <a14:useLocalDpi xmlns:a14="http://schemas.microsoft.com/office/drawing/2010/main"/>
              </a:ext>
              <a:ext uri="{96DAC541-7B7A-43D3-8B79-37D633B846F1}">
                <asvg:svgBlip xmlns:asvg="http://schemas.microsoft.com/office/drawing/2016/SVG/main" r:embed="rId8"/>
              </a:ext>
            </a:extLst>
          </a:blip>
          <a:srcRect l="2528" r="2528"/>
          <a:stretch>
            <a:fillRect/>
          </a:stretch>
        </p:blipFill>
        <p:spPr/>
      </p:pic>
      <p:sp>
        <p:nvSpPr>
          <p:cNvPr id="15" name="Foliennummernplatzhalter 13">
            <a:extLst>
              <a:ext uri="{FF2B5EF4-FFF2-40B4-BE49-F238E27FC236}">
                <a16:creationId xmlns:a16="http://schemas.microsoft.com/office/drawing/2014/main" id="{55AB7753-4245-72E4-BEDB-33038672BA35}"/>
              </a:ext>
            </a:extLst>
          </p:cNvPr>
          <p:cNvSpPr txBox="1">
            <a:spLocks/>
          </p:cNvSpPr>
          <p:nvPr/>
        </p:nvSpPr>
        <p:spPr>
          <a:xfrm>
            <a:off x="11194169" y="6215665"/>
            <a:ext cx="458592" cy="365125"/>
          </a:xfrm>
          <a:prstGeom prst="rect">
            <a:avLst/>
          </a:prstGeom>
        </p:spPr>
        <p:txBody>
          <a:bodyPr rtlCol="0" anchor="ctr"/>
          <a:lstStyle>
            <a:defPPr>
              <a:defRPr lang="de-DE"/>
            </a:defPPr>
            <a:lvl1pPr marL="0" algn="ctr" defTabSz="914400" rtl="0" eaLnBrk="1" latinLnBrk="0" hangingPunct="1">
              <a:defRPr lang="de-DE" sz="1200" b="0" i="0" kern="1200">
                <a:solidFill>
                  <a:schemeClr val="tx1"/>
                </a:solidFill>
                <a:latin typeface="Abadi" panose="020B0604020104020204" pitchFamily="34" charset="0"/>
                <a:ea typeface="+mn-ea"/>
                <a:cs typeface="+mn-cs"/>
              </a:defRPr>
            </a:lvl1pPr>
            <a:lvl2pPr marL="457200" algn="l" defTabSz="914400" rtl="0" eaLnBrk="1" latinLnBrk="0" hangingPunct="1">
              <a:defRPr lang="de-DE" sz="1800" kern="1200">
                <a:solidFill>
                  <a:schemeClr val="tx1"/>
                </a:solidFill>
                <a:latin typeface="+mn-lt"/>
                <a:ea typeface="+mn-ea"/>
                <a:cs typeface="+mn-cs"/>
              </a:defRPr>
            </a:lvl2pPr>
            <a:lvl3pPr marL="914400" algn="l" defTabSz="914400" rtl="0" eaLnBrk="1" latinLnBrk="0" hangingPunct="1">
              <a:defRPr lang="de-DE" sz="1800" kern="1200">
                <a:solidFill>
                  <a:schemeClr val="tx1"/>
                </a:solidFill>
                <a:latin typeface="+mn-lt"/>
                <a:ea typeface="+mn-ea"/>
                <a:cs typeface="+mn-cs"/>
              </a:defRPr>
            </a:lvl3pPr>
            <a:lvl4pPr marL="1371600" algn="l" defTabSz="914400" rtl="0" eaLnBrk="1" latinLnBrk="0" hangingPunct="1">
              <a:defRPr lang="de-DE" sz="1800" kern="1200">
                <a:solidFill>
                  <a:schemeClr val="tx1"/>
                </a:solidFill>
                <a:latin typeface="+mn-lt"/>
                <a:ea typeface="+mn-ea"/>
                <a:cs typeface="+mn-cs"/>
              </a:defRPr>
            </a:lvl4pPr>
            <a:lvl5pPr marL="1828800" algn="l" defTabSz="914400" rtl="0" eaLnBrk="1" latinLnBrk="0" hangingPunct="1">
              <a:defRPr lang="de-DE" sz="1800" kern="1200">
                <a:solidFill>
                  <a:schemeClr val="tx1"/>
                </a:solidFill>
                <a:latin typeface="+mn-lt"/>
                <a:ea typeface="+mn-ea"/>
                <a:cs typeface="+mn-cs"/>
              </a:defRPr>
            </a:lvl5pPr>
            <a:lvl6pPr marL="2286000" algn="l" defTabSz="914400" rtl="0" eaLnBrk="1" latinLnBrk="0" hangingPunct="1">
              <a:defRPr lang="de-DE" sz="1800" kern="1200">
                <a:solidFill>
                  <a:schemeClr val="tx1"/>
                </a:solidFill>
                <a:latin typeface="+mn-lt"/>
                <a:ea typeface="+mn-ea"/>
                <a:cs typeface="+mn-cs"/>
              </a:defRPr>
            </a:lvl6pPr>
            <a:lvl7pPr marL="2743200" algn="l" defTabSz="914400" rtl="0" eaLnBrk="1" latinLnBrk="0" hangingPunct="1">
              <a:defRPr lang="de-DE" sz="1800" kern="1200">
                <a:solidFill>
                  <a:schemeClr val="tx1"/>
                </a:solidFill>
                <a:latin typeface="+mn-lt"/>
                <a:ea typeface="+mn-ea"/>
                <a:cs typeface="+mn-cs"/>
              </a:defRPr>
            </a:lvl7pPr>
            <a:lvl8pPr marL="3200400" algn="l" defTabSz="914400" rtl="0" eaLnBrk="1" latinLnBrk="0" hangingPunct="1">
              <a:defRPr lang="de-DE" sz="1800" kern="1200">
                <a:solidFill>
                  <a:schemeClr val="tx1"/>
                </a:solidFill>
                <a:latin typeface="+mn-lt"/>
                <a:ea typeface="+mn-ea"/>
                <a:cs typeface="+mn-cs"/>
              </a:defRPr>
            </a:lvl8pPr>
            <a:lvl9pPr marL="3657600" algn="l" defTabSz="914400" rtl="0" eaLnBrk="1" latinLnBrk="0" hangingPunct="1">
              <a:defRPr lang="de-DE"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lang="de-DE"/>
            </a:pPr>
            <a:fld id="{47FEACEE-25B4-4A2D-B147-27296E36371D}" type="slidenum">
              <a:rPr kumimoji="0" lang="de-DE"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lang="de-DE"/>
              </a:pPr>
              <a:t>11</a:t>
            </a:fld>
            <a:endParaRPr kumimoji="0" lang="de-DE" altLang="zh-CN" sz="1200" u="none" strike="noStrike" kern="1200" cap="none" spc="0" normalizeH="0" baseline="0">
              <a:ln>
                <a:noFill/>
              </a:ln>
              <a:solidFill>
                <a:schemeClr val="bg1"/>
              </a:solidFill>
              <a:effectLst/>
              <a:uLnTx/>
              <a:uFillTx/>
            </a:endParaRPr>
          </a:p>
        </p:txBody>
      </p:sp>
      <p:sp>
        <p:nvSpPr>
          <p:cNvPr id="5" name="Textplatzhalter 9">
            <a:extLst>
              <a:ext uri="{FF2B5EF4-FFF2-40B4-BE49-F238E27FC236}">
                <a16:creationId xmlns:a16="http://schemas.microsoft.com/office/drawing/2014/main" id="{4340C07F-B5E2-9B93-E535-85DD0510C052}"/>
              </a:ext>
            </a:extLst>
          </p:cNvPr>
          <p:cNvSpPr txBox="1">
            <a:spLocks/>
          </p:cNvSpPr>
          <p:nvPr/>
        </p:nvSpPr>
        <p:spPr>
          <a:xfrm>
            <a:off x="5392705" y="3444535"/>
            <a:ext cx="5162709" cy="906151"/>
          </a:xfrm>
          <a:prstGeom prst="rect">
            <a:avLst/>
          </a:prstGeom>
        </p:spPr>
        <p:txBody>
          <a:bodyPr vert="horz" lIns="91440" tIns="45720" rIns="91440" bIns="45720" rtlCol="0">
            <a:noAutofit/>
          </a:bodyPr>
          <a:lstStyle>
            <a:defPPr>
              <a:defRPr lang="de-DE"/>
            </a:defPPr>
            <a:lvl1pPr marL="228600" indent="-228600" algn="l" defTabSz="914400" rtl="0" eaLnBrk="1" latinLnBrk="0" hangingPunct="1">
              <a:lnSpc>
                <a:spcPct val="100000"/>
              </a:lnSpc>
              <a:spcBef>
                <a:spcPts val="0"/>
              </a:spcBef>
              <a:spcAft>
                <a:spcPts val="600"/>
              </a:spcAft>
              <a:buFont typeface="Arial" panose="020B0604020202020204" pitchFamily="34" charset="0"/>
              <a:buChar char="•"/>
              <a:defRPr lang="de-DE" sz="1400" b="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lang="de-DE" sz="10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lang="de-DE" sz="9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lang="de-DE" sz="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lang="de-DE" sz="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lang="de-DE"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lang="de-DE"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lang="de-DE"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lang="de-DE" sz="1800" kern="1200">
                <a:solidFill>
                  <a:schemeClr val="tx1"/>
                </a:solidFill>
                <a:latin typeface="+mn-lt"/>
                <a:ea typeface="+mn-ea"/>
                <a:cs typeface="+mn-cs"/>
              </a:defRPr>
            </a:lvl9pPr>
          </a:lstStyle>
          <a:p>
            <a:pPr marL="0" indent="0">
              <a:buNone/>
            </a:pPr>
            <a:r>
              <a:rPr lang="de-DE" sz="1400"/>
              <a:t>						</a:t>
            </a:r>
          </a:p>
        </p:txBody>
      </p:sp>
      <p:sp>
        <p:nvSpPr>
          <p:cNvPr id="11" name="Textplatzhalter 9">
            <a:extLst>
              <a:ext uri="{FF2B5EF4-FFF2-40B4-BE49-F238E27FC236}">
                <a16:creationId xmlns:a16="http://schemas.microsoft.com/office/drawing/2014/main" id="{FB4212E4-9BCB-B0DF-7A31-C5B151F40695}"/>
              </a:ext>
            </a:extLst>
          </p:cNvPr>
          <p:cNvSpPr txBox="1">
            <a:spLocks/>
          </p:cNvSpPr>
          <p:nvPr/>
        </p:nvSpPr>
        <p:spPr>
          <a:xfrm>
            <a:off x="5433345" y="5094018"/>
            <a:ext cx="5162709" cy="906151"/>
          </a:xfrm>
          <a:prstGeom prst="rect">
            <a:avLst/>
          </a:prstGeom>
        </p:spPr>
        <p:txBody>
          <a:bodyPr vert="horz" lIns="91440" tIns="45720" rIns="91440" bIns="45720" rtlCol="0">
            <a:noAutofit/>
          </a:bodyPr>
          <a:lstStyle>
            <a:defPPr>
              <a:defRPr lang="de-DE"/>
            </a:defPPr>
            <a:lvl1pPr marL="228600" indent="-228600" algn="l" defTabSz="914400" rtl="0" eaLnBrk="1" latinLnBrk="0" hangingPunct="1">
              <a:lnSpc>
                <a:spcPct val="100000"/>
              </a:lnSpc>
              <a:spcBef>
                <a:spcPts val="0"/>
              </a:spcBef>
              <a:spcAft>
                <a:spcPts val="600"/>
              </a:spcAft>
              <a:buFont typeface="Arial" panose="020B0604020202020204" pitchFamily="34" charset="0"/>
              <a:buChar char="•"/>
              <a:defRPr lang="de-DE" sz="1400" b="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lang="de-DE" sz="10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lang="de-DE" sz="9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lang="de-DE" sz="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lang="de-DE" sz="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lang="de-DE"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lang="de-DE"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lang="de-DE"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lang="de-DE" sz="1800" kern="1200">
                <a:solidFill>
                  <a:schemeClr val="tx1"/>
                </a:solidFill>
                <a:latin typeface="+mn-lt"/>
                <a:ea typeface="+mn-ea"/>
                <a:cs typeface="+mn-cs"/>
              </a:defRPr>
            </a:lvl9pPr>
          </a:lstStyle>
          <a:p>
            <a:pPr marL="0" indent="0">
              <a:buNone/>
            </a:pPr>
            <a:r>
              <a:rPr lang="de-DE" sz="1400"/>
              <a:t>				</a:t>
            </a:r>
          </a:p>
        </p:txBody>
      </p:sp>
      <p:pic>
        <p:nvPicPr>
          <p:cNvPr id="3" name="Grafik 2">
            <a:extLst>
              <a:ext uri="{FF2B5EF4-FFF2-40B4-BE49-F238E27FC236}">
                <a16:creationId xmlns:a16="http://schemas.microsoft.com/office/drawing/2014/main" id="{A1504229-7D78-E13E-1970-A5F42AF7A719}"/>
              </a:ext>
            </a:extLst>
          </p:cNvPr>
          <p:cNvPicPr>
            <a:picLocks noChangeAspect="1"/>
          </p:cNvPicPr>
          <p:nvPr/>
        </p:nvPicPr>
        <p:blipFill>
          <a:blip r:embed="rId9"/>
          <a:stretch>
            <a:fillRect/>
          </a:stretch>
        </p:blipFill>
        <p:spPr>
          <a:xfrm>
            <a:off x="4415295" y="1221540"/>
            <a:ext cx="6875333" cy="4899984"/>
          </a:xfrm>
          <a:prstGeom prst="rect">
            <a:avLst/>
          </a:prstGeom>
        </p:spPr>
      </p:pic>
    </p:spTree>
    <p:extLst>
      <p:ext uri="{BB962C8B-B14F-4D97-AF65-F5344CB8AC3E}">
        <p14:creationId xmlns:p14="http://schemas.microsoft.com/office/powerpoint/2010/main" val="40606338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Titel 37">
            <a:extLst>
              <a:ext uri="{FF2B5EF4-FFF2-40B4-BE49-F238E27FC236}">
                <a16:creationId xmlns:a16="http://schemas.microsoft.com/office/drawing/2014/main" id="{478CB64C-71AF-6B72-8069-000DD250502E}"/>
              </a:ext>
            </a:extLst>
          </p:cNvPr>
          <p:cNvSpPr>
            <a:spLocks noGrp="1"/>
          </p:cNvSpPr>
          <p:nvPr>
            <p:ph type="title"/>
          </p:nvPr>
        </p:nvSpPr>
        <p:spPr/>
        <p:txBody>
          <a:bodyPr rtlCol="0"/>
          <a:lstStyle>
            <a:defPPr>
              <a:defRPr lang="de-DE"/>
            </a:defPPr>
          </a:lstStyle>
          <a:p>
            <a:pPr rtl="0"/>
            <a:r>
              <a:rPr lang="de-DE">
                <a:solidFill>
                  <a:schemeClr val="accent4">
                    <a:lumMod val="40000"/>
                    <a:lumOff val="60000"/>
                  </a:schemeClr>
                </a:solidFill>
              </a:rPr>
              <a:t>Herausforderungen</a:t>
            </a:r>
          </a:p>
        </p:txBody>
      </p:sp>
      <p:sp>
        <p:nvSpPr>
          <p:cNvPr id="40" name="Textplatzhalter 39">
            <a:extLst>
              <a:ext uri="{FF2B5EF4-FFF2-40B4-BE49-F238E27FC236}">
                <a16:creationId xmlns:a16="http://schemas.microsoft.com/office/drawing/2014/main" id="{FA2F9A05-8E79-46FF-1ABA-927EF2D69BC5}"/>
              </a:ext>
            </a:extLst>
          </p:cNvPr>
          <p:cNvSpPr>
            <a:spLocks noGrp="1"/>
          </p:cNvSpPr>
          <p:nvPr>
            <p:ph type="body" sz="quarter" idx="27"/>
          </p:nvPr>
        </p:nvSpPr>
        <p:spPr/>
        <p:txBody>
          <a:bodyPr rtlCol="0"/>
          <a:lstStyle>
            <a:defPPr>
              <a:defRPr lang="de-DE"/>
            </a:defPPr>
          </a:lstStyle>
          <a:p>
            <a:pPr rtl="0"/>
            <a:r>
              <a:rPr lang="de-DE">
                <a:highlight>
                  <a:srgbClr val="D84400"/>
                </a:highlight>
              </a:rPr>
              <a:t>Fehler im Code</a:t>
            </a:r>
          </a:p>
        </p:txBody>
      </p:sp>
      <p:sp>
        <p:nvSpPr>
          <p:cNvPr id="50" name="Textplatzhalter 49">
            <a:extLst>
              <a:ext uri="{FF2B5EF4-FFF2-40B4-BE49-F238E27FC236}">
                <a16:creationId xmlns:a16="http://schemas.microsoft.com/office/drawing/2014/main" id="{0532F467-8DBE-D445-0CF7-D5D242DAD663}"/>
              </a:ext>
            </a:extLst>
          </p:cNvPr>
          <p:cNvSpPr>
            <a:spLocks noGrp="1"/>
          </p:cNvSpPr>
          <p:nvPr>
            <p:ph type="body" sz="quarter" idx="32"/>
          </p:nvPr>
        </p:nvSpPr>
        <p:spPr/>
        <p:txBody>
          <a:bodyPr rtlCol="0"/>
          <a:lstStyle>
            <a:defPPr>
              <a:defRPr lang="de-DE"/>
            </a:defPPr>
          </a:lstStyle>
          <a:p>
            <a:pPr lvl="0" rtl="0"/>
            <a:r>
              <a:rPr lang="de-DE">
                <a:highlight>
                  <a:srgbClr val="008000"/>
                </a:highlight>
              </a:rPr>
              <a:t>Fehler beheben priorisieren</a:t>
            </a:r>
          </a:p>
          <a:p>
            <a:pPr lvl="0" rtl="0"/>
            <a:endParaRPr lang="de-DE">
              <a:solidFill>
                <a:srgbClr val="00B050"/>
              </a:solidFill>
            </a:endParaRPr>
          </a:p>
          <a:p>
            <a:pPr lvl="0" rtl="0"/>
            <a:r>
              <a:rPr lang="de-DE">
                <a:solidFill>
                  <a:srgbClr val="00B050"/>
                </a:solidFill>
              </a:rPr>
              <a:t> </a:t>
            </a:r>
            <a:r>
              <a:rPr lang="de-DE"/>
              <a:t>Entwicklung nach Möglichkeit erst fortsetzen, wenn der Fehler (gemeinsam) behoben wurde.</a:t>
            </a:r>
          </a:p>
        </p:txBody>
      </p:sp>
      <p:sp>
        <p:nvSpPr>
          <p:cNvPr id="42" name="Textplatzhalter 41">
            <a:extLst>
              <a:ext uri="{FF2B5EF4-FFF2-40B4-BE49-F238E27FC236}">
                <a16:creationId xmlns:a16="http://schemas.microsoft.com/office/drawing/2014/main" id="{48BF8F22-E288-84B0-03E9-82D678051D45}"/>
              </a:ext>
            </a:extLst>
          </p:cNvPr>
          <p:cNvSpPr>
            <a:spLocks noGrp="1"/>
          </p:cNvSpPr>
          <p:nvPr>
            <p:ph type="body" sz="quarter" idx="46"/>
          </p:nvPr>
        </p:nvSpPr>
        <p:spPr/>
        <p:txBody>
          <a:bodyPr rtlCol="0"/>
          <a:lstStyle>
            <a:defPPr>
              <a:defRPr lang="de-DE"/>
            </a:defPPr>
          </a:lstStyle>
          <a:p>
            <a:pPr rtl="0"/>
            <a:r>
              <a:rPr lang="de-DE">
                <a:highlight>
                  <a:srgbClr val="D84400"/>
                </a:highlight>
              </a:rPr>
              <a:t>Komplexe User Stories</a:t>
            </a:r>
          </a:p>
        </p:txBody>
      </p:sp>
      <p:sp>
        <p:nvSpPr>
          <p:cNvPr id="52" name="Textplatzhalter 51">
            <a:extLst>
              <a:ext uri="{FF2B5EF4-FFF2-40B4-BE49-F238E27FC236}">
                <a16:creationId xmlns:a16="http://schemas.microsoft.com/office/drawing/2014/main" id="{BACB9342-C47E-6729-46BE-F10DBB78182A}"/>
              </a:ext>
            </a:extLst>
          </p:cNvPr>
          <p:cNvSpPr>
            <a:spLocks noGrp="1"/>
          </p:cNvSpPr>
          <p:nvPr>
            <p:ph type="body" sz="quarter" idx="50"/>
          </p:nvPr>
        </p:nvSpPr>
        <p:spPr/>
        <p:txBody>
          <a:bodyPr rtlCol="0"/>
          <a:lstStyle>
            <a:defPPr>
              <a:defRPr lang="de-DE"/>
            </a:defPPr>
          </a:lstStyle>
          <a:p>
            <a:pPr rtl="0"/>
            <a:r>
              <a:rPr lang="de-DE">
                <a:highlight>
                  <a:srgbClr val="008000"/>
                </a:highlight>
              </a:rPr>
              <a:t>Aufgaben kleiner machen</a:t>
            </a:r>
          </a:p>
          <a:p>
            <a:pPr rtl="0"/>
            <a:endParaRPr lang="de-DE"/>
          </a:p>
          <a:p>
            <a:pPr rtl="0"/>
            <a:r>
              <a:rPr lang="de-DE"/>
              <a:t>Aufgabe in kleine machbare Probleme bzw.  Teilschritte unterteilen</a:t>
            </a:r>
          </a:p>
        </p:txBody>
      </p:sp>
      <p:sp>
        <p:nvSpPr>
          <p:cNvPr id="44" name="Textplatzhalter 43">
            <a:extLst>
              <a:ext uri="{FF2B5EF4-FFF2-40B4-BE49-F238E27FC236}">
                <a16:creationId xmlns:a16="http://schemas.microsoft.com/office/drawing/2014/main" id="{D0C47E92-8875-E555-5480-8A9BAEE853A7}"/>
              </a:ext>
            </a:extLst>
          </p:cNvPr>
          <p:cNvSpPr>
            <a:spLocks noGrp="1"/>
          </p:cNvSpPr>
          <p:nvPr>
            <p:ph type="body" sz="quarter" idx="47"/>
          </p:nvPr>
        </p:nvSpPr>
        <p:spPr/>
        <p:txBody>
          <a:bodyPr rtlCol="0"/>
          <a:lstStyle>
            <a:defPPr>
              <a:defRPr lang="de-DE"/>
            </a:defPPr>
          </a:lstStyle>
          <a:p>
            <a:pPr rtl="0"/>
            <a:r>
              <a:rPr lang="de-DE">
                <a:highlight>
                  <a:srgbClr val="D84400"/>
                </a:highlight>
              </a:rPr>
              <a:t>Testen</a:t>
            </a:r>
          </a:p>
        </p:txBody>
      </p:sp>
      <p:sp>
        <p:nvSpPr>
          <p:cNvPr id="54" name="Textplatzhalter 53">
            <a:extLst>
              <a:ext uri="{FF2B5EF4-FFF2-40B4-BE49-F238E27FC236}">
                <a16:creationId xmlns:a16="http://schemas.microsoft.com/office/drawing/2014/main" id="{DDCD388C-8374-D810-DCE5-554B7E05F55A}"/>
              </a:ext>
            </a:extLst>
          </p:cNvPr>
          <p:cNvSpPr>
            <a:spLocks noGrp="1"/>
          </p:cNvSpPr>
          <p:nvPr>
            <p:ph type="body" sz="quarter" idx="51"/>
          </p:nvPr>
        </p:nvSpPr>
        <p:spPr/>
        <p:txBody>
          <a:bodyPr rtlCol="0"/>
          <a:lstStyle>
            <a:defPPr>
              <a:defRPr lang="de-DE"/>
            </a:defPPr>
          </a:lstStyle>
          <a:p>
            <a:pPr rtl="0"/>
            <a:r>
              <a:rPr lang="de-DE">
                <a:highlight>
                  <a:srgbClr val="008000"/>
                </a:highlight>
              </a:rPr>
              <a:t>Features isolieren/ einzeln Testen</a:t>
            </a:r>
          </a:p>
          <a:p>
            <a:pPr rtl="0"/>
            <a:endParaRPr lang="de-DE">
              <a:solidFill>
                <a:srgbClr val="00B050"/>
              </a:solidFill>
            </a:endParaRPr>
          </a:p>
          <a:p>
            <a:pPr rtl="0"/>
            <a:r>
              <a:rPr lang="de-DE"/>
              <a:t>Features selbst und lokal testen, sowie in der gesamten Webapplikation mit den anderen</a:t>
            </a:r>
          </a:p>
        </p:txBody>
      </p:sp>
      <p:sp>
        <p:nvSpPr>
          <p:cNvPr id="46" name="Textplatzhalter 45">
            <a:extLst>
              <a:ext uri="{FF2B5EF4-FFF2-40B4-BE49-F238E27FC236}">
                <a16:creationId xmlns:a16="http://schemas.microsoft.com/office/drawing/2014/main" id="{B87AFF1A-EF07-5FBF-C582-29AE302A47D5}"/>
              </a:ext>
            </a:extLst>
          </p:cNvPr>
          <p:cNvSpPr>
            <a:spLocks noGrp="1"/>
          </p:cNvSpPr>
          <p:nvPr>
            <p:ph type="body" sz="quarter" idx="48"/>
          </p:nvPr>
        </p:nvSpPr>
        <p:spPr/>
        <p:txBody>
          <a:bodyPr rtlCol="0"/>
          <a:lstStyle>
            <a:defPPr>
              <a:defRPr lang="de-DE"/>
            </a:defPPr>
          </a:lstStyle>
          <a:p>
            <a:pPr rtl="0"/>
            <a:r>
              <a:rPr lang="de-DE">
                <a:highlight>
                  <a:srgbClr val="D84400"/>
                </a:highlight>
              </a:rPr>
              <a:t>Code zusammenführen</a:t>
            </a:r>
          </a:p>
        </p:txBody>
      </p:sp>
      <p:sp>
        <p:nvSpPr>
          <p:cNvPr id="56" name="Textplatzhalter 55">
            <a:extLst>
              <a:ext uri="{FF2B5EF4-FFF2-40B4-BE49-F238E27FC236}">
                <a16:creationId xmlns:a16="http://schemas.microsoft.com/office/drawing/2014/main" id="{E62055F1-67DB-9D6D-ABE2-20C3B2514A43}"/>
              </a:ext>
            </a:extLst>
          </p:cNvPr>
          <p:cNvSpPr>
            <a:spLocks noGrp="1"/>
          </p:cNvSpPr>
          <p:nvPr>
            <p:ph type="body" sz="quarter" idx="52"/>
          </p:nvPr>
        </p:nvSpPr>
        <p:spPr/>
        <p:txBody>
          <a:bodyPr rtlCol="0"/>
          <a:lstStyle>
            <a:defPPr>
              <a:defRPr lang="de-DE"/>
            </a:defPPr>
          </a:lstStyle>
          <a:p>
            <a:pPr lvl="0" rtl="0"/>
            <a:r>
              <a:rPr lang="de-DE">
                <a:highlight>
                  <a:srgbClr val="008000"/>
                </a:highlight>
              </a:rPr>
              <a:t>Arbeit auf eigenen </a:t>
            </a:r>
            <a:r>
              <a:rPr lang="de-DE" err="1">
                <a:highlight>
                  <a:srgbClr val="008000"/>
                </a:highlight>
              </a:rPr>
              <a:t>Branches</a:t>
            </a:r>
            <a:endParaRPr lang="de-DE">
              <a:highlight>
                <a:srgbClr val="008000"/>
              </a:highlight>
            </a:endParaRPr>
          </a:p>
          <a:p>
            <a:pPr lvl="0" rtl="0"/>
            <a:endParaRPr lang="de-DE">
              <a:solidFill>
                <a:srgbClr val="00B050"/>
              </a:solidFill>
            </a:endParaRPr>
          </a:p>
          <a:p>
            <a:pPr lvl="0" rtl="0"/>
            <a:r>
              <a:rPr lang="de-DE"/>
              <a:t>Standardisierte Vorgehensweise – Main-Branch ist „heilig“ und trägt eine stabile Lösung.</a:t>
            </a:r>
          </a:p>
        </p:txBody>
      </p:sp>
      <p:sp>
        <p:nvSpPr>
          <p:cNvPr id="48" name="Textplatzhalter 47">
            <a:extLst>
              <a:ext uri="{FF2B5EF4-FFF2-40B4-BE49-F238E27FC236}">
                <a16:creationId xmlns:a16="http://schemas.microsoft.com/office/drawing/2014/main" id="{9303DF4A-6DF5-9082-4ABE-2B0D5433359A}"/>
              </a:ext>
            </a:extLst>
          </p:cNvPr>
          <p:cNvSpPr>
            <a:spLocks noGrp="1"/>
          </p:cNvSpPr>
          <p:nvPr>
            <p:ph type="body" sz="quarter" idx="49"/>
          </p:nvPr>
        </p:nvSpPr>
        <p:spPr/>
        <p:txBody>
          <a:bodyPr rtlCol="0"/>
          <a:lstStyle>
            <a:defPPr>
              <a:defRPr lang="de-DE"/>
            </a:defPPr>
          </a:lstStyle>
          <a:p>
            <a:pPr rtl="0"/>
            <a:r>
              <a:rPr lang="de-DE">
                <a:highlight>
                  <a:srgbClr val="D84400"/>
                </a:highlight>
              </a:rPr>
              <a:t>Kommunikation</a:t>
            </a:r>
          </a:p>
        </p:txBody>
      </p:sp>
      <p:sp>
        <p:nvSpPr>
          <p:cNvPr id="58" name="Textplatzhalter 57">
            <a:extLst>
              <a:ext uri="{FF2B5EF4-FFF2-40B4-BE49-F238E27FC236}">
                <a16:creationId xmlns:a16="http://schemas.microsoft.com/office/drawing/2014/main" id="{0930742F-3693-100E-944F-A04AB5320145}"/>
              </a:ext>
            </a:extLst>
          </p:cNvPr>
          <p:cNvSpPr>
            <a:spLocks noGrp="1"/>
          </p:cNvSpPr>
          <p:nvPr>
            <p:ph type="body" sz="quarter" idx="53"/>
          </p:nvPr>
        </p:nvSpPr>
        <p:spPr/>
        <p:txBody>
          <a:bodyPr rtlCol="0"/>
          <a:lstStyle>
            <a:defPPr>
              <a:defRPr lang="de-DE"/>
            </a:defPPr>
          </a:lstStyle>
          <a:p>
            <a:pPr rtl="0"/>
            <a:r>
              <a:rPr lang="de-DE" sz="1600">
                <a:highlight>
                  <a:srgbClr val="008000"/>
                </a:highlight>
              </a:rPr>
              <a:t>Meetings, Chat, Anruf (Teams)</a:t>
            </a:r>
          </a:p>
          <a:p>
            <a:pPr rtl="0"/>
            <a:endParaRPr lang="de-DE">
              <a:solidFill>
                <a:srgbClr val="00B050"/>
              </a:solidFill>
            </a:endParaRPr>
          </a:p>
          <a:p>
            <a:pPr rtl="0"/>
            <a:r>
              <a:rPr lang="de-DE"/>
              <a:t>In Meetings absprechen, um Hilfe fragen per Chat/Anruf und JIRA fortlaufend nutzen.</a:t>
            </a:r>
          </a:p>
        </p:txBody>
      </p:sp>
      <p:sp>
        <p:nvSpPr>
          <p:cNvPr id="4" name="Fußzeilenplatzhalter 3">
            <a:extLst>
              <a:ext uri="{FF2B5EF4-FFF2-40B4-BE49-F238E27FC236}">
                <a16:creationId xmlns:a16="http://schemas.microsoft.com/office/drawing/2014/main" id="{CE70155C-EA7D-1AC6-6F40-25FF295F9BD4}"/>
              </a:ext>
            </a:extLst>
          </p:cNvPr>
          <p:cNvSpPr>
            <a:spLocks noGrp="1"/>
          </p:cNvSpPr>
          <p:nvPr>
            <p:ph type="ftr" sz="quarter" idx="54"/>
          </p:nvPr>
        </p:nvSpPr>
        <p:spPr/>
        <p:txBody>
          <a:bodyPr rtlCol="0"/>
          <a:lstStyle>
            <a:defPPr>
              <a:defRPr lang="de-DE"/>
            </a:defPPr>
          </a:lstStyle>
          <a:p>
            <a:pPr rtl="0"/>
            <a:r>
              <a:rPr lang="de-DE"/>
              <a:t>Präsentationstitel</a:t>
            </a:r>
          </a:p>
        </p:txBody>
      </p:sp>
      <p:sp>
        <p:nvSpPr>
          <p:cNvPr id="15" name="Foliennummernplatzhalter 13">
            <a:extLst>
              <a:ext uri="{FF2B5EF4-FFF2-40B4-BE49-F238E27FC236}">
                <a16:creationId xmlns:a16="http://schemas.microsoft.com/office/drawing/2014/main" id="{679DA676-802B-4F1C-F2D7-8AB7BA23BD93}"/>
              </a:ext>
            </a:extLst>
          </p:cNvPr>
          <p:cNvSpPr txBox="1">
            <a:spLocks/>
          </p:cNvSpPr>
          <p:nvPr/>
        </p:nvSpPr>
        <p:spPr>
          <a:xfrm>
            <a:off x="11194169" y="6215665"/>
            <a:ext cx="458592" cy="365125"/>
          </a:xfrm>
          <a:prstGeom prst="rect">
            <a:avLst/>
          </a:prstGeom>
        </p:spPr>
        <p:txBody>
          <a:bodyPr rtlCol="0" anchor="ctr"/>
          <a:lstStyle>
            <a:defPPr>
              <a:defRPr lang="de-DE"/>
            </a:defPPr>
            <a:lvl1pPr marL="0" algn="ctr" defTabSz="914400" rtl="0" eaLnBrk="1" latinLnBrk="0" hangingPunct="1">
              <a:defRPr lang="de-DE" sz="1200" b="0" i="0" kern="1200">
                <a:solidFill>
                  <a:schemeClr val="tx1"/>
                </a:solidFill>
                <a:latin typeface="Abadi" panose="020B0604020104020204" pitchFamily="34" charset="0"/>
                <a:ea typeface="+mn-ea"/>
                <a:cs typeface="+mn-cs"/>
              </a:defRPr>
            </a:lvl1pPr>
            <a:lvl2pPr marL="457200" algn="l" defTabSz="914400" rtl="0" eaLnBrk="1" latinLnBrk="0" hangingPunct="1">
              <a:defRPr lang="de-DE" sz="1800" kern="1200">
                <a:solidFill>
                  <a:schemeClr val="tx1"/>
                </a:solidFill>
                <a:latin typeface="+mn-lt"/>
                <a:ea typeface="+mn-ea"/>
                <a:cs typeface="+mn-cs"/>
              </a:defRPr>
            </a:lvl2pPr>
            <a:lvl3pPr marL="914400" algn="l" defTabSz="914400" rtl="0" eaLnBrk="1" latinLnBrk="0" hangingPunct="1">
              <a:defRPr lang="de-DE" sz="1800" kern="1200">
                <a:solidFill>
                  <a:schemeClr val="tx1"/>
                </a:solidFill>
                <a:latin typeface="+mn-lt"/>
                <a:ea typeface="+mn-ea"/>
                <a:cs typeface="+mn-cs"/>
              </a:defRPr>
            </a:lvl3pPr>
            <a:lvl4pPr marL="1371600" algn="l" defTabSz="914400" rtl="0" eaLnBrk="1" latinLnBrk="0" hangingPunct="1">
              <a:defRPr lang="de-DE" sz="1800" kern="1200">
                <a:solidFill>
                  <a:schemeClr val="tx1"/>
                </a:solidFill>
                <a:latin typeface="+mn-lt"/>
                <a:ea typeface="+mn-ea"/>
                <a:cs typeface="+mn-cs"/>
              </a:defRPr>
            </a:lvl4pPr>
            <a:lvl5pPr marL="1828800" algn="l" defTabSz="914400" rtl="0" eaLnBrk="1" latinLnBrk="0" hangingPunct="1">
              <a:defRPr lang="de-DE" sz="1800" kern="1200">
                <a:solidFill>
                  <a:schemeClr val="tx1"/>
                </a:solidFill>
                <a:latin typeface="+mn-lt"/>
                <a:ea typeface="+mn-ea"/>
                <a:cs typeface="+mn-cs"/>
              </a:defRPr>
            </a:lvl5pPr>
            <a:lvl6pPr marL="2286000" algn="l" defTabSz="914400" rtl="0" eaLnBrk="1" latinLnBrk="0" hangingPunct="1">
              <a:defRPr lang="de-DE" sz="1800" kern="1200">
                <a:solidFill>
                  <a:schemeClr val="tx1"/>
                </a:solidFill>
                <a:latin typeface="+mn-lt"/>
                <a:ea typeface="+mn-ea"/>
                <a:cs typeface="+mn-cs"/>
              </a:defRPr>
            </a:lvl6pPr>
            <a:lvl7pPr marL="2743200" algn="l" defTabSz="914400" rtl="0" eaLnBrk="1" latinLnBrk="0" hangingPunct="1">
              <a:defRPr lang="de-DE" sz="1800" kern="1200">
                <a:solidFill>
                  <a:schemeClr val="tx1"/>
                </a:solidFill>
                <a:latin typeface="+mn-lt"/>
                <a:ea typeface="+mn-ea"/>
                <a:cs typeface="+mn-cs"/>
              </a:defRPr>
            </a:lvl7pPr>
            <a:lvl8pPr marL="3200400" algn="l" defTabSz="914400" rtl="0" eaLnBrk="1" latinLnBrk="0" hangingPunct="1">
              <a:defRPr lang="de-DE" sz="1800" kern="1200">
                <a:solidFill>
                  <a:schemeClr val="tx1"/>
                </a:solidFill>
                <a:latin typeface="+mn-lt"/>
                <a:ea typeface="+mn-ea"/>
                <a:cs typeface="+mn-cs"/>
              </a:defRPr>
            </a:lvl8pPr>
            <a:lvl9pPr marL="3657600" algn="l" defTabSz="914400" rtl="0" eaLnBrk="1" latinLnBrk="0" hangingPunct="1">
              <a:defRPr lang="de-DE"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lang="de-DE"/>
            </a:pPr>
            <a:fld id="{47FEACEE-25B4-4A2D-B147-27296E36371D}" type="slidenum">
              <a:rPr kumimoji="0" lang="de-DE"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lang="de-DE"/>
              </a:pPr>
              <a:t>12</a:t>
            </a:fld>
            <a:endParaRPr kumimoji="0" lang="de-DE" altLang="zh-CN" sz="1200" u="none" strike="noStrike" kern="1200" cap="none" spc="0" normalizeH="0" baseline="0">
              <a:ln>
                <a:noFill/>
              </a:ln>
              <a:solidFill>
                <a:schemeClr val="bg1"/>
              </a:solidFill>
              <a:effectLst/>
              <a:uLnTx/>
              <a:uFillTx/>
            </a:endParaRPr>
          </a:p>
        </p:txBody>
      </p:sp>
      <p:sp>
        <p:nvSpPr>
          <p:cNvPr id="26" name="Rechteck 25">
            <a:extLst>
              <a:ext uri="{FF2B5EF4-FFF2-40B4-BE49-F238E27FC236}">
                <a16:creationId xmlns:a16="http://schemas.microsoft.com/office/drawing/2014/main" id="{285177ED-2E57-8FF5-AFD8-AA79A7B24B3D}"/>
              </a:ext>
              <a:ext uri="{C183D7F6-B498-43B3-948B-1728B52AA6E4}">
                <adec:decorative xmlns:adec="http://schemas.microsoft.com/office/drawing/2017/decorative" val="1"/>
              </a:ext>
            </a:extLst>
          </p:cNvPr>
          <p:cNvSpPr/>
          <p:nvPr/>
        </p:nvSpPr>
        <p:spPr>
          <a:xfrm>
            <a:off x="845392" y="2066625"/>
            <a:ext cx="10515600" cy="859536"/>
          </a:xfrm>
          <a:prstGeom prst="rect">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de-DE"/>
            </a:defPPr>
          </a:lstStyle>
          <a:p>
            <a:pPr algn="ctr" rtl="0"/>
            <a:endParaRPr lang="de-DE">
              <a:latin typeface="+mn-lt"/>
            </a:endParaRPr>
          </a:p>
        </p:txBody>
      </p:sp>
    </p:spTree>
    <p:extLst>
      <p:ext uri="{BB962C8B-B14F-4D97-AF65-F5344CB8AC3E}">
        <p14:creationId xmlns:p14="http://schemas.microsoft.com/office/powerpoint/2010/main" val="26240212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Titel 45">
            <a:extLst>
              <a:ext uri="{FF2B5EF4-FFF2-40B4-BE49-F238E27FC236}">
                <a16:creationId xmlns:a16="http://schemas.microsoft.com/office/drawing/2014/main" id="{4D761329-3BEF-0173-1328-A4DB26572AFF}"/>
              </a:ext>
            </a:extLst>
          </p:cNvPr>
          <p:cNvSpPr>
            <a:spLocks noGrp="1"/>
          </p:cNvSpPr>
          <p:nvPr>
            <p:ph type="title"/>
          </p:nvPr>
        </p:nvSpPr>
        <p:spPr/>
        <p:txBody>
          <a:bodyPr rtlCol="0"/>
          <a:lstStyle>
            <a:defPPr>
              <a:defRPr lang="de-DE"/>
            </a:defPPr>
          </a:lstStyle>
          <a:p>
            <a:pPr rtl="0"/>
            <a:r>
              <a:rPr lang="de-DE"/>
              <a:t>Das Ergebnis</a:t>
            </a:r>
          </a:p>
        </p:txBody>
      </p:sp>
      <p:sp>
        <p:nvSpPr>
          <p:cNvPr id="19" name="Textplatzhalter 18">
            <a:extLst>
              <a:ext uri="{FF2B5EF4-FFF2-40B4-BE49-F238E27FC236}">
                <a16:creationId xmlns:a16="http://schemas.microsoft.com/office/drawing/2014/main" id="{FC101F03-8617-09D4-619B-F38E2F0A4F15}"/>
              </a:ext>
            </a:extLst>
          </p:cNvPr>
          <p:cNvSpPr>
            <a:spLocks noGrp="1"/>
          </p:cNvSpPr>
          <p:nvPr>
            <p:ph type="body" sz="quarter" idx="28"/>
          </p:nvPr>
        </p:nvSpPr>
        <p:spPr>
          <a:xfrm>
            <a:off x="1995914" y="2911781"/>
            <a:ext cx="2217254" cy="1070829"/>
          </a:xfrm>
        </p:spPr>
        <p:txBody>
          <a:bodyPr rtlCol="0"/>
          <a:lstStyle>
            <a:defPPr>
              <a:defRPr lang="de-DE"/>
            </a:defPPr>
          </a:lstStyle>
          <a:p>
            <a:pPr rtl="0"/>
            <a:r>
              <a:rPr lang="de-DE"/>
              <a:t>Die Website</a:t>
            </a:r>
          </a:p>
        </p:txBody>
      </p:sp>
      <p:pic>
        <p:nvPicPr>
          <p:cNvPr id="48" name="Bildplatzhalter 19" descr="Layout von Website-Designskizzen auf weißem Papier">
            <a:extLst>
              <a:ext uri="{FF2B5EF4-FFF2-40B4-BE49-F238E27FC236}">
                <a16:creationId xmlns:a16="http://schemas.microsoft.com/office/drawing/2014/main" id="{6D25AB81-B10A-BD11-E8FE-ECF8CB1B12F0}"/>
              </a:ext>
            </a:extLst>
          </p:cNvPr>
          <p:cNvPicPr>
            <a:picLocks noGrp="1" noChangeAspect="1"/>
          </p:cNvPicPr>
          <p:nvPr>
            <p:ph type="pic" sz="quarter" idx="47"/>
          </p:nvPr>
        </p:nvPicPr>
        <p:blipFill>
          <a:blip r:embed="rId3">
            <a:extLst>
              <a:ext uri="{28A0092B-C50C-407E-A947-70E740481C1C}">
                <a14:useLocalDpi xmlns:a14="http://schemas.microsoft.com/office/drawing/2010/main"/>
              </a:ext>
            </a:extLst>
          </a:blip>
          <a:srcRect/>
          <a:stretch/>
        </p:blipFill>
        <p:spPr>
          <a:blipFill>
            <a:blip r:embed="rId4"/>
            <a:stretch>
              <a:fillRect/>
            </a:stretch>
          </a:blipFill>
        </p:spPr>
      </p:pic>
    </p:spTree>
    <p:extLst>
      <p:ext uri="{BB962C8B-B14F-4D97-AF65-F5344CB8AC3E}">
        <p14:creationId xmlns:p14="http://schemas.microsoft.com/office/powerpoint/2010/main" val="24780796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el 5">
            <a:extLst>
              <a:ext uri="{FF2B5EF4-FFF2-40B4-BE49-F238E27FC236}">
                <a16:creationId xmlns:a16="http://schemas.microsoft.com/office/drawing/2014/main" id="{613663CA-BA5A-41E7-1FBE-D38846DFEF75}"/>
              </a:ext>
            </a:extLst>
          </p:cNvPr>
          <p:cNvSpPr>
            <a:spLocks noGrp="1"/>
          </p:cNvSpPr>
          <p:nvPr>
            <p:ph type="title"/>
          </p:nvPr>
        </p:nvSpPr>
        <p:spPr>
          <a:xfrm>
            <a:off x="4514119" y="3695015"/>
            <a:ext cx="4518122" cy="1688906"/>
          </a:xfrm>
        </p:spPr>
        <p:txBody>
          <a:bodyPr rtlCol="0"/>
          <a:lstStyle>
            <a:defPPr>
              <a:defRPr lang="de-DE"/>
            </a:defPPr>
          </a:lstStyle>
          <a:p>
            <a:pPr rtl="0">
              <a:lnSpc>
                <a:spcPct val="100000"/>
              </a:lnSpc>
            </a:pPr>
            <a:r>
              <a:rPr lang="de-DE"/>
              <a:t>„Geschäftsmöglichkeiten sind wie Busse. Es kommt immer noch einer."</a:t>
            </a:r>
          </a:p>
        </p:txBody>
      </p:sp>
      <p:sp>
        <p:nvSpPr>
          <p:cNvPr id="11" name="Textplatzhalter 10">
            <a:extLst>
              <a:ext uri="{FF2B5EF4-FFF2-40B4-BE49-F238E27FC236}">
                <a16:creationId xmlns:a16="http://schemas.microsoft.com/office/drawing/2014/main" id="{02CEC6EF-006F-693B-5D79-47FD797CB22B}"/>
              </a:ext>
            </a:extLst>
          </p:cNvPr>
          <p:cNvSpPr>
            <a:spLocks noGrp="1"/>
          </p:cNvSpPr>
          <p:nvPr>
            <p:ph type="body" sz="quarter" idx="29"/>
          </p:nvPr>
        </p:nvSpPr>
        <p:spPr/>
        <p:txBody>
          <a:bodyPr rtlCol="0"/>
          <a:lstStyle>
            <a:defPPr>
              <a:defRPr lang="de-DE"/>
            </a:defPPr>
          </a:lstStyle>
          <a:p>
            <a:pPr rtl="0"/>
            <a:r>
              <a:rPr lang="de-DE"/>
              <a:t>Richard Branson</a:t>
            </a:r>
          </a:p>
          <a:p>
            <a:pPr rtl="0"/>
            <a:endParaRPr lang="de-DE"/>
          </a:p>
          <a:p>
            <a:pPr rtl="0"/>
            <a:endParaRPr lang="de-DE"/>
          </a:p>
        </p:txBody>
      </p:sp>
      <p:sp>
        <p:nvSpPr>
          <p:cNvPr id="4" name="Fußzeilenplatzhalter 3">
            <a:extLst>
              <a:ext uri="{FF2B5EF4-FFF2-40B4-BE49-F238E27FC236}">
                <a16:creationId xmlns:a16="http://schemas.microsoft.com/office/drawing/2014/main" id="{03A6B6FB-DEBA-00AA-0812-B47A64FF054A}"/>
              </a:ext>
            </a:extLst>
          </p:cNvPr>
          <p:cNvSpPr>
            <a:spLocks noGrp="1"/>
          </p:cNvSpPr>
          <p:nvPr>
            <p:ph type="ftr" sz="quarter" idx="30"/>
          </p:nvPr>
        </p:nvSpPr>
        <p:spPr/>
        <p:txBody>
          <a:bodyPr rtlCol="0"/>
          <a:lstStyle>
            <a:defPPr>
              <a:defRPr lang="de-DE"/>
            </a:defPPr>
          </a:lstStyle>
          <a:p>
            <a:pPr rtl="0"/>
            <a:r>
              <a:rPr lang="de-DE"/>
              <a:t>Präsentationstitel</a:t>
            </a:r>
          </a:p>
        </p:txBody>
      </p:sp>
      <p:sp>
        <p:nvSpPr>
          <p:cNvPr id="8" name="Foliennummernplatzhalter 13">
            <a:extLst>
              <a:ext uri="{FF2B5EF4-FFF2-40B4-BE49-F238E27FC236}">
                <a16:creationId xmlns:a16="http://schemas.microsoft.com/office/drawing/2014/main" id="{7B1FF929-CED0-79CA-154D-98463CC4A608}"/>
              </a:ext>
            </a:extLst>
          </p:cNvPr>
          <p:cNvSpPr txBox="1">
            <a:spLocks/>
          </p:cNvSpPr>
          <p:nvPr/>
        </p:nvSpPr>
        <p:spPr>
          <a:xfrm>
            <a:off x="11194169" y="6215665"/>
            <a:ext cx="458592" cy="365125"/>
          </a:xfrm>
          <a:prstGeom prst="rect">
            <a:avLst/>
          </a:prstGeom>
        </p:spPr>
        <p:txBody>
          <a:bodyPr rtlCol="0" anchor="ctr"/>
          <a:lstStyle>
            <a:defPPr>
              <a:defRPr lang="de-DE"/>
            </a:defPPr>
            <a:lvl1pPr marL="0" algn="ctr" defTabSz="914400" rtl="0" eaLnBrk="1" latinLnBrk="0" hangingPunct="1">
              <a:defRPr lang="de-DE" sz="1200" b="0" i="0" kern="1200">
                <a:solidFill>
                  <a:schemeClr val="tx1"/>
                </a:solidFill>
                <a:latin typeface="Abadi" panose="020B0604020104020204" pitchFamily="34" charset="0"/>
                <a:ea typeface="+mn-ea"/>
                <a:cs typeface="+mn-cs"/>
              </a:defRPr>
            </a:lvl1pPr>
            <a:lvl2pPr marL="457200" algn="l" defTabSz="914400" rtl="0" eaLnBrk="1" latinLnBrk="0" hangingPunct="1">
              <a:defRPr lang="de-DE" sz="1800" kern="1200">
                <a:solidFill>
                  <a:schemeClr val="tx1"/>
                </a:solidFill>
                <a:latin typeface="+mn-lt"/>
                <a:ea typeface="+mn-ea"/>
                <a:cs typeface="+mn-cs"/>
              </a:defRPr>
            </a:lvl2pPr>
            <a:lvl3pPr marL="914400" algn="l" defTabSz="914400" rtl="0" eaLnBrk="1" latinLnBrk="0" hangingPunct="1">
              <a:defRPr lang="de-DE" sz="1800" kern="1200">
                <a:solidFill>
                  <a:schemeClr val="tx1"/>
                </a:solidFill>
                <a:latin typeface="+mn-lt"/>
                <a:ea typeface="+mn-ea"/>
                <a:cs typeface="+mn-cs"/>
              </a:defRPr>
            </a:lvl3pPr>
            <a:lvl4pPr marL="1371600" algn="l" defTabSz="914400" rtl="0" eaLnBrk="1" latinLnBrk="0" hangingPunct="1">
              <a:defRPr lang="de-DE" sz="1800" kern="1200">
                <a:solidFill>
                  <a:schemeClr val="tx1"/>
                </a:solidFill>
                <a:latin typeface="+mn-lt"/>
                <a:ea typeface="+mn-ea"/>
                <a:cs typeface="+mn-cs"/>
              </a:defRPr>
            </a:lvl4pPr>
            <a:lvl5pPr marL="1828800" algn="l" defTabSz="914400" rtl="0" eaLnBrk="1" latinLnBrk="0" hangingPunct="1">
              <a:defRPr lang="de-DE" sz="1800" kern="1200">
                <a:solidFill>
                  <a:schemeClr val="tx1"/>
                </a:solidFill>
                <a:latin typeface="+mn-lt"/>
                <a:ea typeface="+mn-ea"/>
                <a:cs typeface="+mn-cs"/>
              </a:defRPr>
            </a:lvl5pPr>
            <a:lvl6pPr marL="2286000" algn="l" defTabSz="914400" rtl="0" eaLnBrk="1" latinLnBrk="0" hangingPunct="1">
              <a:defRPr lang="de-DE" sz="1800" kern="1200">
                <a:solidFill>
                  <a:schemeClr val="tx1"/>
                </a:solidFill>
                <a:latin typeface="+mn-lt"/>
                <a:ea typeface="+mn-ea"/>
                <a:cs typeface="+mn-cs"/>
              </a:defRPr>
            </a:lvl6pPr>
            <a:lvl7pPr marL="2743200" algn="l" defTabSz="914400" rtl="0" eaLnBrk="1" latinLnBrk="0" hangingPunct="1">
              <a:defRPr lang="de-DE" sz="1800" kern="1200">
                <a:solidFill>
                  <a:schemeClr val="tx1"/>
                </a:solidFill>
                <a:latin typeface="+mn-lt"/>
                <a:ea typeface="+mn-ea"/>
                <a:cs typeface="+mn-cs"/>
              </a:defRPr>
            </a:lvl7pPr>
            <a:lvl8pPr marL="3200400" algn="l" defTabSz="914400" rtl="0" eaLnBrk="1" latinLnBrk="0" hangingPunct="1">
              <a:defRPr lang="de-DE" sz="1800" kern="1200">
                <a:solidFill>
                  <a:schemeClr val="tx1"/>
                </a:solidFill>
                <a:latin typeface="+mn-lt"/>
                <a:ea typeface="+mn-ea"/>
                <a:cs typeface="+mn-cs"/>
              </a:defRPr>
            </a:lvl8pPr>
            <a:lvl9pPr marL="3657600" algn="l" defTabSz="914400" rtl="0" eaLnBrk="1" latinLnBrk="0" hangingPunct="1">
              <a:defRPr lang="de-DE"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lang="de-DE"/>
            </a:pPr>
            <a:fld id="{47FEACEE-25B4-4A2D-B147-27296E36371D}" type="slidenum">
              <a:rPr kumimoji="0" lang="de-DE"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lang="de-DE"/>
              </a:pPr>
              <a:t>14</a:t>
            </a:fld>
            <a:endParaRPr kumimoji="0" lang="de-DE" altLang="zh-CN" sz="1200" u="none" strike="noStrike" kern="1200" cap="none" spc="0" normalizeH="0" baseline="0">
              <a:ln>
                <a:noFill/>
              </a:ln>
              <a:solidFill>
                <a:schemeClr val="bg1"/>
              </a:solidFill>
              <a:effectLst/>
              <a:uLnTx/>
              <a:uFillTx/>
            </a:endParaRPr>
          </a:p>
        </p:txBody>
      </p:sp>
    </p:spTree>
    <p:extLst>
      <p:ext uri="{BB962C8B-B14F-4D97-AF65-F5344CB8AC3E}">
        <p14:creationId xmlns:p14="http://schemas.microsoft.com/office/powerpoint/2010/main" val="329559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el 9">
            <a:extLst>
              <a:ext uri="{FF2B5EF4-FFF2-40B4-BE49-F238E27FC236}">
                <a16:creationId xmlns:a16="http://schemas.microsoft.com/office/drawing/2014/main" id="{4C6EC6F6-F346-241D-C2AD-CEA21AF2E091}"/>
              </a:ext>
            </a:extLst>
          </p:cNvPr>
          <p:cNvSpPr>
            <a:spLocks noGrp="1"/>
          </p:cNvSpPr>
          <p:nvPr>
            <p:ph type="title"/>
          </p:nvPr>
        </p:nvSpPr>
        <p:spPr>
          <a:xfrm>
            <a:off x="587829" y="507076"/>
            <a:ext cx="10515600" cy="1115434"/>
          </a:xfrm>
        </p:spPr>
        <p:txBody>
          <a:bodyPr rtlCol="0"/>
          <a:lstStyle>
            <a:defPPr>
              <a:defRPr lang="de-DE"/>
            </a:defPPr>
          </a:lstStyle>
          <a:p>
            <a:pPr rtl="0"/>
            <a:r>
              <a:rPr lang="de-DE"/>
              <a:t>Quartalsleistung</a:t>
            </a:r>
          </a:p>
        </p:txBody>
      </p:sp>
      <p:sp>
        <p:nvSpPr>
          <p:cNvPr id="4" name="Fußzeilenplatzhalter 3">
            <a:extLst>
              <a:ext uri="{FF2B5EF4-FFF2-40B4-BE49-F238E27FC236}">
                <a16:creationId xmlns:a16="http://schemas.microsoft.com/office/drawing/2014/main" id="{15D16185-55D3-A290-727A-4996BB9F0A9F}"/>
              </a:ext>
            </a:extLst>
          </p:cNvPr>
          <p:cNvSpPr>
            <a:spLocks noGrp="1"/>
          </p:cNvSpPr>
          <p:nvPr>
            <p:ph type="ftr" sz="quarter" idx="28"/>
          </p:nvPr>
        </p:nvSpPr>
        <p:spPr>
          <a:xfrm>
            <a:off x="484632" y="6217920"/>
            <a:ext cx="4114800" cy="365125"/>
          </a:xfrm>
        </p:spPr>
        <p:txBody>
          <a:bodyPr rtlCol="0"/>
          <a:lstStyle>
            <a:defPPr>
              <a:defRPr lang="de-DE"/>
            </a:defPPr>
          </a:lstStyle>
          <a:p>
            <a:pPr rtl="0"/>
            <a:r>
              <a:rPr lang="de-DE"/>
              <a:t>Präsentationstitel</a:t>
            </a:r>
          </a:p>
        </p:txBody>
      </p:sp>
      <p:sp>
        <p:nvSpPr>
          <p:cNvPr id="8" name="Foliennummernplatzhalter 13">
            <a:extLst>
              <a:ext uri="{FF2B5EF4-FFF2-40B4-BE49-F238E27FC236}">
                <a16:creationId xmlns:a16="http://schemas.microsoft.com/office/drawing/2014/main" id="{CFA8B549-5835-0C7F-9027-5D0D38A50DEB}"/>
              </a:ext>
            </a:extLst>
          </p:cNvPr>
          <p:cNvSpPr txBox="1">
            <a:spLocks/>
          </p:cNvSpPr>
          <p:nvPr/>
        </p:nvSpPr>
        <p:spPr>
          <a:xfrm>
            <a:off x="11194169" y="6215665"/>
            <a:ext cx="458592" cy="365125"/>
          </a:xfrm>
          <a:prstGeom prst="rect">
            <a:avLst/>
          </a:prstGeom>
        </p:spPr>
        <p:txBody>
          <a:bodyPr rtlCol="0" anchor="ctr"/>
          <a:lstStyle>
            <a:defPPr>
              <a:defRPr lang="de-DE"/>
            </a:defPPr>
            <a:lvl1pPr marL="0" algn="ctr" defTabSz="914400" rtl="0" eaLnBrk="1" latinLnBrk="0" hangingPunct="1">
              <a:defRPr lang="de-DE" sz="1200" b="0" i="0" kern="1200">
                <a:solidFill>
                  <a:schemeClr val="tx1"/>
                </a:solidFill>
                <a:latin typeface="Abadi" panose="020B0604020104020204" pitchFamily="34" charset="0"/>
                <a:ea typeface="+mn-ea"/>
                <a:cs typeface="+mn-cs"/>
              </a:defRPr>
            </a:lvl1pPr>
            <a:lvl2pPr marL="457200" algn="l" defTabSz="914400" rtl="0" eaLnBrk="1" latinLnBrk="0" hangingPunct="1">
              <a:defRPr lang="de-DE" sz="1800" kern="1200">
                <a:solidFill>
                  <a:schemeClr val="tx1"/>
                </a:solidFill>
                <a:latin typeface="+mn-lt"/>
                <a:ea typeface="+mn-ea"/>
                <a:cs typeface="+mn-cs"/>
              </a:defRPr>
            </a:lvl2pPr>
            <a:lvl3pPr marL="914400" algn="l" defTabSz="914400" rtl="0" eaLnBrk="1" latinLnBrk="0" hangingPunct="1">
              <a:defRPr lang="de-DE" sz="1800" kern="1200">
                <a:solidFill>
                  <a:schemeClr val="tx1"/>
                </a:solidFill>
                <a:latin typeface="+mn-lt"/>
                <a:ea typeface="+mn-ea"/>
                <a:cs typeface="+mn-cs"/>
              </a:defRPr>
            </a:lvl3pPr>
            <a:lvl4pPr marL="1371600" algn="l" defTabSz="914400" rtl="0" eaLnBrk="1" latinLnBrk="0" hangingPunct="1">
              <a:defRPr lang="de-DE" sz="1800" kern="1200">
                <a:solidFill>
                  <a:schemeClr val="tx1"/>
                </a:solidFill>
                <a:latin typeface="+mn-lt"/>
                <a:ea typeface="+mn-ea"/>
                <a:cs typeface="+mn-cs"/>
              </a:defRPr>
            </a:lvl4pPr>
            <a:lvl5pPr marL="1828800" algn="l" defTabSz="914400" rtl="0" eaLnBrk="1" latinLnBrk="0" hangingPunct="1">
              <a:defRPr lang="de-DE" sz="1800" kern="1200">
                <a:solidFill>
                  <a:schemeClr val="tx1"/>
                </a:solidFill>
                <a:latin typeface="+mn-lt"/>
                <a:ea typeface="+mn-ea"/>
                <a:cs typeface="+mn-cs"/>
              </a:defRPr>
            </a:lvl5pPr>
            <a:lvl6pPr marL="2286000" algn="l" defTabSz="914400" rtl="0" eaLnBrk="1" latinLnBrk="0" hangingPunct="1">
              <a:defRPr lang="de-DE" sz="1800" kern="1200">
                <a:solidFill>
                  <a:schemeClr val="tx1"/>
                </a:solidFill>
                <a:latin typeface="+mn-lt"/>
                <a:ea typeface="+mn-ea"/>
                <a:cs typeface="+mn-cs"/>
              </a:defRPr>
            </a:lvl6pPr>
            <a:lvl7pPr marL="2743200" algn="l" defTabSz="914400" rtl="0" eaLnBrk="1" latinLnBrk="0" hangingPunct="1">
              <a:defRPr lang="de-DE" sz="1800" kern="1200">
                <a:solidFill>
                  <a:schemeClr val="tx1"/>
                </a:solidFill>
                <a:latin typeface="+mn-lt"/>
                <a:ea typeface="+mn-ea"/>
                <a:cs typeface="+mn-cs"/>
              </a:defRPr>
            </a:lvl7pPr>
            <a:lvl8pPr marL="3200400" algn="l" defTabSz="914400" rtl="0" eaLnBrk="1" latinLnBrk="0" hangingPunct="1">
              <a:defRPr lang="de-DE" sz="1800" kern="1200">
                <a:solidFill>
                  <a:schemeClr val="tx1"/>
                </a:solidFill>
                <a:latin typeface="+mn-lt"/>
                <a:ea typeface="+mn-ea"/>
                <a:cs typeface="+mn-cs"/>
              </a:defRPr>
            </a:lvl8pPr>
            <a:lvl9pPr marL="3657600" algn="l" defTabSz="914400" rtl="0" eaLnBrk="1" latinLnBrk="0" hangingPunct="1">
              <a:defRPr lang="de-DE"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lang="de-DE"/>
            </a:pPr>
            <a:fld id="{47FEACEE-25B4-4A2D-B147-27296E36371D}" type="slidenum">
              <a:rPr kumimoji="0" lang="de-DE"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lang="de-DE"/>
              </a:pPr>
              <a:t>15</a:t>
            </a:fld>
            <a:endParaRPr kumimoji="0" lang="de-DE" altLang="zh-CN" sz="1200" u="none" strike="noStrike" kern="1200" cap="none" spc="0" normalizeH="0" baseline="0">
              <a:ln>
                <a:noFill/>
              </a:ln>
              <a:solidFill>
                <a:schemeClr val="bg1"/>
              </a:solidFill>
              <a:effectLst/>
              <a:uLnTx/>
              <a:uFillTx/>
            </a:endParaRPr>
          </a:p>
        </p:txBody>
      </p:sp>
      <p:graphicFrame>
        <p:nvGraphicFramePr>
          <p:cNvPr id="5" name="Diagrammplatzhalter 13" descr="Balkendiagramm">
            <a:extLst>
              <a:ext uri="{FF2B5EF4-FFF2-40B4-BE49-F238E27FC236}">
                <a16:creationId xmlns:a16="http://schemas.microsoft.com/office/drawing/2014/main" id="{329865BF-52EE-0A5A-9A27-DAA9A4096E5E}"/>
              </a:ext>
            </a:extLst>
          </p:cNvPr>
          <p:cNvGraphicFramePr>
            <a:graphicFrameLocks noGrp="1"/>
          </p:cNvGraphicFramePr>
          <p:nvPr>
            <p:ph type="chart" sz="quarter" idx="27"/>
            <p:extLst>
              <p:ext uri="{D42A27DB-BD31-4B8C-83A1-F6EECF244321}">
                <p14:modId xmlns:p14="http://schemas.microsoft.com/office/powerpoint/2010/main" val="3526562970"/>
              </p:ext>
            </p:extLst>
          </p:nvPr>
        </p:nvGraphicFramePr>
        <p:xfrm>
          <a:off x="587375" y="1622425"/>
          <a:ext cx="10890250" cy="4156075"/>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6402881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4379BBF1-9BC2-6DCE-0154-8873469878A5}"/>
              </a:ext>
            </a:extLst>
          </p:cNvPr>
          <p:cNvSpPr>
            <a:spLocks noGrp="1"/>
          </p:cNvSpPr>
          <p:nvPr>
            <p:ph type="title"/>
          </p:nvPr>
        </p:nvSpPr>
        <p:spPr/>
        <p:txBody>
          <a:bodyPr rtlCol="0"/>
          <a:lstStyle>
            <a:defPPr>
              <a:defRPr lang="de-DE"/>
            </a:defPPr>
          </a:lstStyle>
          <a:p>
            <a:pPr rtl="0"/>
            <a:r>
              <a:rPr lang="de-DE"/>
              <a:t>Bereiche des Wachstums</a:t>
            </a:r>
          </a:p>
        </p:txBody>
      </p:sp>
      <p:graphicFrame>
        <p:nvGraphicFramePr>
          <p:cNvPr id="8" name="Tabelle 8">
            <a:extLst>
              <a:ext uri="{FF2B5EF4-FFF2-40B4-BE49-F238E27FC236}">
                <a16:creationId xmlns:a16="http://schemas.microsoft.com/office/drawing/2014/main" id="{7E5E2BDF-8ED2-40CB-B07C-B015E1420EA8}"/>
              </a:ext>
            </a:extLst>
          </p:cNvPr>
          <p:cNvGraphicFramePr>
            <a:graphicFrameLocks noGrp="1"/>
          </p:cNvGraphicFramePr>
          <p:nvPr>
            <p:ph type="tbl" sz="quarter" idx="27"/>
            <p:extLst>
              <p:ext uri="{D42A27DB-BD31-4B8C-83A1-F6EECF244321}">
                <p14:modId xmlns:p14="http://schemas.microsoft.com/office/powerpoint/2010/main" val="3157503489"/>
              </p:ext>
            </p:extLst>
          </p:nvPr>
        </p:nvGraphicFramePr>
        <p:xfrm>
          <a:off x="581025" y="1614488"/>
          <a:ext cx="10890250" cy="2376000"/>
        </p:xfrm>
        <a:graphic>
          <a:graphicData uri="http://schemas.openxmlformats.org/drawingml/2006/table">
            <a:tbl>
              <a:tblPr firstRow="1" bandRow="1">
                <a:tableStyleId>{5C22544A-7EE6-4342-B048-85BDC9FD1C3A}</a:tableStyleId>
              </a:tblPr>
              <a:tblGrid>
                <a:gridCol w="2178050">
                  <a:extLst>
                    <a:ext uri="{9D8B030D-6E8A-4147-A177-3AD203B41FA5}">
                      <a16:colId xmlns:a16="http://schemas.microsoft.com/office/drawing/2014/main" val="1457000769"/>
                    </a:ext>
                  </a:extLst>
                </a:gridCol>
                <a:gridCol w="2178050">
                  <a:extLst>
                    <a:ext uri="{9D8B030D-6E8A-4147-A177-3AD203B41FA5}">
                      <a16:colId xmlns:a16="http://schemas.microsoft.com/office/drawing/2014/main" val="1939741220"/>
                    </a:ext>
                  </a:extLst>
                </a:gridCol>
                <a:gridCol w="2178050">
                  <a:extLst>
                    <a:ext uri="{9D8B030D-6E8A-4147-A177-3AD203B41FA5}">
                      <a16:colId xmlns:a16="http://schemas.microsoft.com/office/drawing/2014/main" val="1728182267"/>
                    </a:ext>
                  </a:extLst>
                </a:gridCol>
                <a:gridCol w="2178050">
                  <a:extLst>
                    <a:ext uri="{9D8B030D-6E8A-4147-A177-3AD203B41FA5}">
                      <a16:colId xmlns:a16="http://schemas.microsoft.com/office/drawing/2014/main" val="3091143212"/>
                    </a:ext>
                  </a:extLst>
                </a:gridCol>
                <a:gridCol w="2178050">
                  <a:extLst>
                    <a:ext uri="{9D8B030D-6E8A-4147-A177-3AD203B41FA5}">
                      <a16:colId xmlns:a16="http://schemas.microsoft.com/office/drawing/2014/main" val="440248734"/>
                    </a:ext>
                  </a:extLst>
                </a:gridCol>
              </a:tblGrid>
              <a:tr h="475200">
                <a:tc>
                  <a:txBody>
                    <a:bodyPr/>
                    <a:lstStyle>
                      <a:defPPr>
                        <a:defRPr lang="de-DE"/>
                      </a:defPPr>
                    </a:lstStyle>
                    <a:p>
                      <a:pPr algn="ctr" rtl="0"/>
                      <a:r>
                        <a:rPr lang="de-DE" sz="1800" b="0" kern="1200">
                          <a:solidFill>
                            <a:schemeClr val="lt1"/>
                          </a:solidFill>
                          <a:latin typeface="+mn-lt"/>
                          <a:ea typeface="+mn-ea"/>
                          <a:cs typeface="+mn-cs"/>
                        </a:rPr>
                        <a:t>Zeitraum</a:t>
                      </a:r>
                    </a:p>
                  </a:txBody>
                  <a:tcPr anchor="ctr">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95B3A"/>
                    </a:solidFill>
                  </a:tcPr>
                </a:tc>
                <a:tc>
                  <a:txBody>
                    <a:bodyPr/>
                    <a:lstStyle>
                      <a:defPPr>
                        <a:defRPr lang="de-DE"/>
                      </a:defPPr>
                    </a:lstStyle>
                    <a:p>
                      <a:pPr algn="ctr" rtl="0"/>
                      <a:r>
                        <a:rPr lang="de-DE" b="0">
                          <a:latin typeface="+mn-lt"/>
                        </a:rPr>
                        <a:t>B2B</a:t>
                      </a:r>
                      <a:endParaRPr lang="de-DE" b="0" i="0">
                        <a:latin typeface="+mn-lt"/>
                        <a:cs typeface="Posterama" panose="020B0504020200020000" pitchFamily="34" charset="0"/>
                      </a:endParaRPr>
                    </a:p>
                  </a:txBody>
                  <a:tcPr anchor="ctr">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95B3A"/>
                    </a:solidFill>
                  </a:tcPr>
                </a:tc>
                <a:tc>
                  <a:txBody>
                    <a:bodyPr/>
                    <a:lstStyle>
                      <a:defPPr>
                        <a:defRPr lang="de-DE"/>
                      </a:defPPr>
                    </a:lstStyle>
                    <a:p>
                      <a:pPr algn="ctr" rtl="0"/>
                      <a:r>
                        <a:rPr lang="de-DE" b="0">
                          <a:latin typeface="+mn-lt"/>
                        </a:rPr>
                        <a:t>Lieferkette</a:t>
                      </a:r>
                      <a:endParaRPr lang="de-DE" b="0" i="0">
                        <a:latin typeface="+mn-lt"/>
                        <a:cs typeface="Posterama" panose="020B0504020200020000" pitchFamily="34" charset="0"/>
                      </a:endParaRPr>
                    </a:p>
                  </a:txBody>
                  <a:tcPr anchor="ctr">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95B3A"/>
                    </a:solidFill>
                  </a:tcPr>
                </a:tc>
                <a:tc>
                  <a:txBody>
                    <a:bodyPr/>
                    <a:lstStyle>
                      <a:defPPr>
                        <a:defRPr lang="de-DE"/>
                      </a:defPPr>
                    </a:lstStyle>
                    <a:p>
                      <a:pPr algn="ctr" rtl="0"/>
                      <a:r>
                        <a:rPr lang="de-DE" b="0">
                          <a:latin typeface="+mn-lt"/>
                        </a:rPr>
                        <a:t>ROI</a:t>
                      </a:r>
                      <a:endParaRPr lang="de-DE" b="0" i="0">
                        <a:latin typeface="+mn-lt"/>
                        <a:cs typeface="Posterama" panose="020B0504020200020000" pitchFamily="34" charset="0"/>
                      </a:endParaRPr>
                    </a:p>
                  </a:txBody>
                  <a:tcPr anchor="ctr">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95B3A"/>
                    </a:solidFill>
                  </a:tcPr>
                </a:tc>
                <a:tc>
                  <a:txBody>
                    <a:bodyPr/>
                    <a:lstStyle>
                      <a:defPPr>
                        <a:defRPr lang="de-DE"/>
                      </a:defPPr>
                    </a:lstStyle>
                    <a:p>
                      <a:pPr algn="ctr" rtl="0"/>
                      <a:r>
                        <a:rPr lang="de-DE" b="0">
                          <a:latin typeface="+mn-lt"/>
                        </a:rPr>
                        <a:t>E-Commerce</a:t>
                      </a:r>
                      <a:endParaRPr lang="de-DE" b="0" i="0">
                        <a:latin typeface="+mn-lt"/>
                        <a:cs typeface="Posterama" panose="020B0504020200020000" pitchFamily="34" charset="0"/>
                      </a:endParaRPr>
                    </a:p>
                  </a:txBody>
                  <a:tcPr anchor="ctr">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95B3A"/>
                    </a:solidFill>
                  </a:tcPr>
                </a:tc>
                <a:extLst>
                  <a:ext uri="{0D108BD9-81ED-4DB2-BD59-A6C34878D82A}">
                    <a16:rowId xmlns:a16="http://schemas.microsoft.com/office/drawing/2014/main" val="704343578"/>
                  </a:ext>
                </a:extLst>
              </a:tr>
              <a:tr h="475200">
                <a:tc>
                  <a:txBody>
                    <a:bodyPr/>
                    <a:lstStyle>
                      <a:defPPr>
                        <a:defRPr lang="de-DE"/>
                      </a:defPPr>
                    </a:lstStyle>
                    <a:p>
                      <a:pPr algn="ctr" rtl="0"/>
                      <a:r>
                        <a:rPr lang="de-DE" b="0">
                          <a:solidFill>
                            <a:schemeClr val="bg1"/>
                          </a:solidFill>
                          <a:latin typeface="+mn-lt"/>
                        </a:rPr>
                        <a:t>Q1</a:t>
                      </a:r>
                      <a:endParaRPr lang="de-DE" b="0" i="0">
                        <a:solidFill>
                          <a:schemeClr val="bg1"/>
                        </a:solidFill>
                        <a:latin typeface="+mn-lt"/>
                        <a:cs typeface="Posterama" panose="020B0504020200020000" pitchFamily="34" charset="0"/>
                      </a:endParaRPr>
                    </a:p>
                  </a:txBody>
                  <a:tcPr anchor="ctr">
                    <a:lnL w="12700" cmpd="sng">
                      <a:noFill/>
                    </a:lnL>
                    <a:lnR w="12700" cmpd="sng">
                      <a:noFill/>
                    </a:lnR>
                    <a:lnT w="190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728DAB"/>
                    </a:solidFill>
                  </a:tcPr>
                </a:tc>
                <a:tc>
                  <a:txBody>
                    <a:bodyPr/>
                    <a:lstStyle>
                      <a:defPPr>
                        <a:defRPr lang="de-DE"/>
                      </a:defPPr>
                    </a:lstStyle>
                    <a:p>
                      <a:pPr algn="ctr" rtl="0"/>
                      <a:r>
                        <a:rPr lang="de-DE" b="0" i="0">
                          <a:solidFill>
                            <a:schemeClr val="bg1"/>
                          </a:solidFill>
                          <a:latin typeface="Posterama" panose="020B0504020200020000" pitchFamily="34" charset="0"/>
                          <a:cs typeface="Posterama" panose="020B0504020200020000" pitchFamily="34" charset="0"/>
                        </a:rPr>
                        <a:t>4,5</a:t>
                      </a:r>
                    </a:p>
                  </a:txBody>
                  <a:tcPr anchor="ctr">
                    <a:lnL w="12700" cmpd="sng">
                      <a:noFill/>
                    </a:lnL>
                    <a:lnR w="12700" cmpd="sng">
                      <a:noFill/>
                    </a:lnR>
                    <a:lnT w="190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728DAB"/>
                    </a:solidFill>
                  </a:tcPr>
                </a:tc>
                <a:tc>
                  <a:txBody>
                    <a:bodyPr/>
                    <a:lstStyle>
                      <a:defPPr>
                        <a:defRPr lang="de-DE"/>
                      </a:defPPr>
                    </a:lstStyle>
                    <a:p>
                      <a:pPr algn="ctr" rtl="0"/>
                      <a:r>
                        <a:rPr lang="de-DE" b="0" i="0">
                          <a:solidFill>
                            <a:schemeClr val="bg1"/>
                          </a:solidFill>
                          <a:latin typeface="Posterama" panose="020B0504020200020000" pitchFamily="34" charset="0"/>
                          <a:cs typeface="Posterama" panose="020B0504020200020000" pitchFamily="34" charset="0"/>
                        </a:rPr>
                        <a:t>2,3</a:t>
                      </a:r>
                    </a:p>
                  </a:txBody>
                  <a:tcPr anchor="ctr">
                    <a:lnL w="12700" cmpd="sng">
                      <a:noFill/>
                    </a:lnL>
                    <a:lnR w="12700" cmpd="sng">
                      <a:noFill/>
                    </a:lnR>
                    <a:lnT w="190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728DAB"/>
                    </a:solidFill>
                  </a:tcPr>
                </a:tc>
                <a:tc>
                  <a:txBody>
                    <a:bodyPr/>
                    <a:lstStyle>
                      <a:defPPr>
                        <a:defRPr lang="de-DE"/>
                      </a:defPPr>
                    </a:lstStyle>
                    <a:p>
                      <a:pPr algn="ctr" rtl="0"/>
                      <a:r>
                        <a:rPr lang="de-DE" b="0" i="0">
                          <a:solidFill>
                            <a:schemeClr val="bg1"/>
                          </a:solidFill>
                          <a:latin typeface="Posterama" panose="020B0504020200020000" pitchFamily="34" charset="0"/>
                          <a:cs typeface="Posterama" panose="020B0504020200020000" pitchFamily="34" charset="0"/>
                        </a:rPr>
                        <a:t>1,7</a:t>
                      </a:r>
                    </a:p>
                  </a:txBody>
                  <a:tcPr anchor="ctr">
                    <a:lnL w="12700" cmpd="sng">
                      <a:noFill/>
                    </a:lnL>
                    <a:lnR w="12700" cmpd="sng">
                      <a:noFill/>
                    </a:lnR>
                    <a:lnT w="190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728DAB"/>
                    </a:solidFill>
                  </a:tcPr>
                </a:tc>
                <a:tc>
                  <a:txBody>
                    <a:bodyPr/>
                    <a:lstStyle>
                      <a:defPPr>
                        <a:defRPr lang="de-DE"/>
                      </a:defPPr>
                    </a:lstStyle>
                    <a:p>
                      <a:pPr algn="ctr" rtl="0"/>
                      <a:r>
                        <a:rPr lang="de-DE" b="0" i="0">
                          <a:solidFill>
                            <a:schemeClr val="bg1"/>
                          </a:solidFill>
                          <a:latin typeface="Posterama" panose="020B0504020200020000" pitchFamily="34" charset="0"/>
                          <a:cs typeface="Posterama" panose="020B0504020200020000" pitchFamily="34" charset="0"/>
                        </a:rPr>
                        <a:t>5,0</a:t>
                      </a:r>
                    </a:p>
                  </a:txBody>
                  <a:tcPr anchor="ctr">
                    <a:lnL w="12700" cmpd="sng">
                      <a:noFill/>
                    </a:lnL>
                    <a:lnR w="12700" cmpd="sng">
                      <a:noFill/>
                    </a:lnR>
                    <a:lnT w="190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728DAB"/>
                    </a:solidFill>
                  </a:tcPr>
                </a:tc>
                <a:extLst>
                  <a:ext uri="{0D108BD9-81ED-4DB2-BD59-A6C34878D82A}">
                    <a16:rowId xmlns:a16="http://schemas.microsoft.com/office/drawing/2014/main" val="322234691"/>
                  </a:ext>
                </a:extLst>
              </a:tr>
              <a:tr h="475200">
                <a:tc>
                  <a:txBody>
                    <a:bodyPr/>
                    <a:lstStyle>
                      <a:defPPr>
                        <a:defRPr lang="de-DE"/>
                      </a:defPPr>
                    </a:lstStyle>
                    <a:p>
                      <a:pPr algn="ctr" rtl="0"/>
                      <a:r>
                        <a:rPr lang="de-DE" b="0">
                          <a:solidFill>
                            <a:schemeClr val="bg1"/>
                          </a:solidFill>
                          <a:latin typeface="+mn-lt"/>
                        </a:rPr>
                        <a:t>Q2</a:t>
                      </a:r>
                      <a:endParaRPr lang="de-DE" b="0" i="0">
                        <a:solidFill>
                          <a:schemeClr val="bg1"/>
                        </a:solidFill>
                        <a:latin typeface="+mn-lt"/>
                        <a:cs typeface="Posterama" panose="020B0504020200020000" pitchFamily="34"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446992"/>
                    </a:solidFill>
                  </a:tcPr>
                </a:tc>
                <a:tc>
                  <a:txBody>
                    <a:bodyPr/>
                    <a:lstStyle>
                      <a:defPPr>
                        <a:defRPr lang="de-DE"/>
                      </a:defPPr>
                    </a:lstStyle>
                    <a:p>
                      <a:pPr algn="ctr" rtl="0"/>
                      <a:r>
                        <a:rPr lang="de-DE" b="0" i="0">
                          <a:solidFill>
                            <a:schemeClr val="bg1"/>
                          </a:solidFill>
                          <a:latin typeface="Posterama" panose="020B0504020200020000" pitchFamily="34" charset="0"/>
                          <a:cs typeface="Posterama" panose="020B0504020200020000" pitchFamily="34" charset="0"/>
                        </a:rPr>
                        <a:t>3,2</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446992"/>
                    </a:solidFill>
                  </a:tcPr>
                </a:tc>
                <a:tc>
                  <a:txBody>
                    <a:bodyPr/>
                    <a:lstStyle>
                      <a:defPPr>
                        <a:defRPr lang="de-DE"/>
                      </a:defPPr>
                    </a:lstStyle>
                    <a:p>
                      <a:pPr algn="ctr" rtl="0"/>
                      <a:r>
                        <a:rPr lang="de-DE" b="0" i="0">
                          <a:solidFill>
                            <a:schemeClr val="bg1"/>
                          </a:solidFill>
                          <a:latin typeface="Posterama" panose="020B0504020200020000" pitchFamily="34" charset="0"/>
                          <a:cs typeface="Posterama" panose="020B0504020200020000" pitchFamily="34" charset="0"/>
                        </a:rPr>
                        <a:t>5,1</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446992"/>
                    </a:solidFill>
                  </a:tcPr>
                </a:tc>
                <a:tc>
                  <a:txBody>
                    <a:bodyPr/>
                    <a:lstStyle>
                      <a:defPPr>
                        <a:defRPr lang="de-DE"/>
                      </a:defPPr>
                    </a:lstStyle>
                    <a:p>
                      <a:pPr algn="ctr" rtl="0"/>
                      <a:r>
                        <a:rPr lang="de-DE" b="0" i="0">
                          <a:solidFill>
                            <a:schemeClr val="bg1"/>
                          </a:solidFill>
                          <a:latin typeface="Posterama" panose="020B0504020200020000" pitchFamily="34" charset="0"/>
                          <a:cs typeface="Posterama" panose="020B0504020200020000" pitchFamily="34" charset="0"/>
                        </a:rPr>
                        <a:t>4,4</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446992"/>
                    </a:solidFill>
                  </a:tcPr>
                </a:tc>
                <a:tc>
                  <a:txBody>
                    <a:bodyPr/>
                    <a:lstStyle>
                      <a:defPPr>
                        <a:defRPr lang="de-DE"/>
                      </a:defPPr>
                    </a:lstStyle>
                    <a:p>
                      <a:pPr algn="ctr" rtl="0"/>
                      <a:r>
                        <a:rPr lang="de-DE" b="0" i="0">
                          <a:solidFill>
                            <a:schemeClr val="bg1"/>
                          </a:solidFill>
                          <a:latin typeface="Posterama" panose="020B0504020200020000" pitchFamily="34" charset="0"/>
                          <a:cs typeface="Posterama" panose="020B0504020200020000" pitchFamily="34" charset="0"/>
                        </a:rPr>
                        <a:t>3,0</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446992"/>
                    </a:solidFill>
                  </a:tcPr>
                </a:tc>
                <a:extLst>
                  <a:ext uri="{0D108BD9-81ED-4DB2-BD59-A6C34878D82A}">
                    <a16:rowId xmlns:a16="http://schemas.microsoft.com/office/drawing/2014/main" val="3315783827"/>
                  </a:ext>
                </a:extLst>
              </a:tr>
              <a:tr h="475200">
                <a:tc>
                  <a:txBody>
                    <a:bodyPr/>
                    <a:lstStyle>
                      <a:defPPr>
                        <a:defRPr lang="de-DE"/>
                      </a:defPPr>
                    </a:lstStyle>
                    <a:p>
                      <a:pPr algn="ctr" rtl="0"/>
                      <a:r>
                        <a:rPr lang="de-DE" b="0">
                          <a:solidFill>
                            <a:schemeClr val="bg1"/>
                          </a:solidFill>
                          <a:latin typeface="+mn-lt"/>
                        </a:rPr>
                        <a:t>Q3</a:t>
                      </a:r>
                      <a:endParaRPr lang="de-DE" b="0" i="0">
                        <a:solidFill>
                          <a:schemeClr val="bg1"/>
                        </a:solidFill>
                        <a:latin typeface="+mn-lt"/>
                        <a:cs typeface="Posterama" panose="020B0504020200020000" pitchFamily="34"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728DAB"/>
                    </a:solidFill>
                  </a:tcPr>
                </a:tc>
                <a:tc>
                  <a:txBody>
                    <a:bodyPr/>
                    <a:lstStyle>
                      <a:defPPr>
                        <a:defRPr lang="de-DE"/>
                      </a:defPPr>
                    </a:lstStyle>
                    <a:p>
                      <a:pPr algn="ctr" rtl="0"/>
                      <a:r>
                        <a:rPr lang="de-DE" b="0" i="0">
                          <a:solidFill>
                            <a:schemeClr val="bg1"/>
                          </a:solidFill>
                          <a:latin typeface="Posterama" panose="020B0504020200020000" pitchFamily="34" charset="0"/>
                          <a:cs typeface="Posterama" panose="020B0504020200020000" pitchFamily="34" charset="0"/>
                        </a:rPr>
                        <a:t>2,1</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728DAB"/>
                    </a:solidFill>
                  </a:tcPr>
                </a:tc>
                <a:tc>
                  <a:txBody>
                    <a:bodyPr/>
                    <a:lstStyle>
                      <a:defPPr>
                        <a:defRPr lang="de-DE"/>
                      </a:defPPr>
                    </a:lstStyle>
                    <a:p>
                      <a:pPr algn="ctr" rtl="0"/>
                      <a:r>
                        <a:rPr lang="de-DE" b="0" i="0">
                          <a:solidFill>
                            <a:schemeClr val="bg1"/>
                          </a:solidFill>
                          <a:latin typeface="Posterama" panose="020B0504020200020000" pitchFamily="34" charset="0"/>
                          <a:cs typeface="Posterama" panose="020B0504020200020000" pitchFamily="34" charset="0"/>
                        </a:rPr>
                        <a:t>1,7</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728DAB"/>
                    </a:solidFill>
                  </a:tcPr>
                </a:tc>
                <a:tc>
                  <a:txBody>
                    <a:bodyPr/>
                    <a:lstStyle>
                      <a:defPPr>
                        <a:defRPr lang="de-DE"/>
                      </a:defPPr>
                    </a:lstStyle>
                    <a:p>
                      <a:pPr algn="ctr" rtl="0"/>
                      <a:r>
                        <a:rPr lang="de-DE" b="0" i="0">
                          <a:solidFill>
                            <a:schemeClr val="bg1"/>
                          </a:solidFill>
                          <a:latin typeface="Posterama" panose="020B0504020200020000" pitchFamily="34" charset="0"/>
                          <a:cs typeface="Posterama" panose="020B0504020200020000" pitchFamily="34" charset="0"/>
                        </a:rPr>
                        <a:t>2,5</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728DAB"/>
                    </a:solidFill>
                  </a:tcPr>
                </a:tc>
                <a:tc>
                  <a:txBody>
                    <a:bodyPr/>
                    <a:lstStyle>
                      <a:defPPr>
                        <a:defRPr lang="de-DE"/>
                      </a:defPPr>
                    </a:lstStyle>
                    <a:p>
                      <a:pPr algn="ctr" rtl="0"/>
                      <a:r>
                        <a:rPr lang="de-DE" b="0" i="0">
                          <a:solidFill>
                            <a:schemeClr val="bg1"/>
                          </a:solidFill>
                          <a:latin typeface="Posterama" panose="020B0504020200020000" pitchFamily="34" charset="0"/>
                          <a:cs typeface="Posterama" panose="020B0504020200020000" pitchFamily="34" charset="0"/>
                        </a:rPr>
                        <a:t>2,8</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728DAB"/>
                    </a:solidFill>
                  </a:tcPr>
                </a:tc>
                <a:extLst>
                  <a:ext uri="{0D108BD9-81ED-4DB2-BD59-A6C34878D82A}">
                    <a16:rowId xmlns:a16="http://schemas.microsoft.com/office/drawing/2014/main" val="707436735"/>
                  </a:ext>
                </a:extLst>
              </a:tr>
              <a:tr h="475200">
                <a:tc>
                  <a:txBody>
                    <a:bodyPr/>
                    <a:lstStyle>
                      <a:defPPr>
                        <a:defRPr lang="de-DE"/>
                      </a:defPPr>
                    </a:lstStyle>
                    <a:p>
                      <a:pPr algn="ctr" rtl="0"/>
                      <a:r>
                        <a:rPr lang="de-DE" b="0">
                          <a:solidFill>
                            <a:schemeClr val="bg1"/>
                          </a:solidFill>
                          <a:latin typeface="+mn-lt"/>
                        </a:rPr>
                        <a:t>Q4</a:t>
                      </a:r>
                      <a:endParaRPr lang="de-DE" b="0" i="0">
                        <a:solidFill>
                          <a:schemeClr val="bg1"/>
                        </a:solidFill>
                        <a:latin typeface="+mn-lt"/>
                        <a:cs typeface="Posterama" panose="020B0504020200020000" pitchFamily="34"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446992"/>
                    </a:solidFill>
                  </a:tcPr>
                </a:tc>
                <a:tc>
                  <a:txBody>
                    <a:bodyPr/>
                    <a:lstStyle>
                      <a:defPPr>
                        <a:defRPr lang="de-DE"/>
                      </a:defPPr>
                    </a:lstStyle>
                    <a:p>
                      <a:pPr algn="ctr" rtl="0"/>
                      <a:r>
                        <a:rPr lang="de-DE" b="0" i="0">
                          <a:solidFill>
                            <a:schemeClr val="bg1"/>
                          </a:solidFill>
                          <a:latin typeface="Posterama" panose="020B0504020200020000" pitchFamily="34" charset="0"/>
                          <a:cs typeface="Posterama" panose="020B0504020200020000" pitchFamily="34" charset="0"/>
                        </a:rPr>
                        <a:t>4,5</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446992"/>
                    </a:solidFill>
                  </a:tcPr>
                </a:tc>
                <a:tc>
                  <a:txBody>
                    <a:bodyPr/>
                    <a:lstStyle>
                      <a:defPPr>
                        <a:defRPr lang="de-DE"/>
                      </a:defPPr>
                    </a:lstStyle>
                    <a:p>
                      <a:pPr algn="ctr" rtl="0"/>
                      <a:r>
                        <a:rPr lang="de-DE" b="0" i="0">
                          <a:solidFill>
                            <a:schemeClr val="bg1"/>
                          </a:solidFill>
                          <a:latin typeface="Posterama" panose="020B0504020200020000" pitchFamily="34" charset="0"/>
                          <a:cs typeface="Posterama" panose="020B0504020200020000" pitchFamily="34" charset="0"/>
                        </a:rPr>
                        <a:t>2,2</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446992"/>
                    </a:solidFill>
                  </a:tcPr>
                </a:tc>
                <a:tc>
                  <a:txBody>
                    <a:bodyPr/>
                    <a:lstStyle>
                      <a:defPPr>
                        <a:defRPr lang="de-DE"/>
                      </a:defPPr>
                    </a:lstStyle>
                    <a:p>
                      <a:pPr algn="ctr" rtl="0"/>
                      <a:r>
                        <a:rPr lang="de-DE" b="0" i="0">
                          <a:solidFill>
                            <a:schemeClr val="bg1"/>
                          </a:solidFill>
                          <a:latin typeface="Posterama" panose="020B0504020200020000" pitchFamily="34" charset="0"/>
                          <a:cs typeface="Posterama" panose="020B0504020200020000" pitchFamily="34" charset="0"/>
                        </a:rPr>
                        <a:t>1,7</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446992"/>
                    </a:solidFill>
                  </a:tcPr>
                </a:tc>
                <a:tc>
                  <a:txBody>
                    <a:bodyPr/>
                    <a:lstStyle>
                      <a:defPPr>
                        <a:defRPr lang="de-DE"/>
                      </a:defPPr>
                    </a:lstStyle>
                    <a:p>
                      <a:pPr algn="ctr" rtl="0"/>
                      <a:r>
                        <a:rPr lang="de-DE" b="0" i="0">
                          <a:solidFill>
                            <a:schemeClr val="bg1"/>
                          </a:solidFill>
                          <a:latin typeface="Posterama" panose="020B0504020200020000" pitchFamily="34" charset="0"/>
                          <a:cs typeface="Posterama" panose="020B0504020200020000" pitchFamily="34" charset="0"/>
                        </a:rPr>
                        <a:t>70</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446992"/>
                    </a:solidFill>
                  </a:tcPr>
                </a:tc>
                <a:extLst>
                  <a:ext uri="{0D108BD9-81ED-4DB2-BD59-A6C34878D82A}">
                    <a16:rowId xmlns:a16="http://schemas.microsoft.com/office/drawing/2014/main" val="2008827937"/>
                  </a:ext>
                </a:extLst>
              </a:tr>
            </a:tbl>
          </a:graphicData>
        </a:graphic>
      </p:graphicFrame>
      <p:sp>
        <p:nvSpPr>
          <p:cNvPr id="5" name="Fußzeilenplatzhalter 4">
            <a:extLst>
              <a:ext uri="{FF2B5EF4-FFF2-40B4-BE49-F238E27FC236}">
                <a16:creationId xmlns:a16="http://schemas.microsoft.com/office/drawing/2014/main" id="{6229630B-7BF6-61B1-6AAC-BA71F50283DD}"/>
              </a:ext>
            </a:extLst>
          </p:cNvPr>
          <p:cNvSpPr>
            <a:spLocks noGrp="1"/>
          </p:cNvSpPr>
          <p:nvPr>
            <p:ph type="ftr" sz="quarter" idx="28"/>
          </p:nvPr>
        </p:nvSpPr>
        <p:spPr/>
        <p:txBody>
          <a:bodyPr rtlCol="0"/>
          <a:lstStyle>
            <a:defPPr>
              <a:defRPr lang="de-DE"/>
            </a:defPPr>
          </a:lstStyle>
          <a:p>
            <a:pPr rtl="0"/>
            <a:r>
              <a:rPr lang="de-DE"/>
              <a:t>Präsentationstitel</a:t>
            </a:r>
          </a:p>
        </p:txBody>
      </p:sp>
      <p:sp>
        <p:nvSpPr>
          <p:cNvPr id="6" name="Foliennummernplatzhalter 13">
            <a:extLst>
              <a:ext uri="{FF2B5EF4-FFF2-40B4-BE49-F238E27FC236}">
                <a16:creationId xmlns:a16="http://schemas.microsoft.com/office/drawing/2014/main" id="{4800F032-5102-94C2-865C-AE9D448B2744}"/>
              </a:ext>
            </a:extLst>
          </p:cNvPr>
          <p:cNvSpPr txBox="1">
            <a:spLocks/>
          </p:cNvSpPr>
          <p:nvPr/>
        </p:nvSpPr>
        <p:spPr>
          <a:xfrm>
            <a:off x="11194169" y="6215665"/>
            <a:ext cx="458592" cy="365125"/>
          </a:xfrm>
          <a:prstGeom prst="rect">
            <a:avLst/>
          </a:prstGeom>
        </p:spPr>
        <p:txBody>
          <a:bodyPr rtlCol="0" anchor="ctr"/>
          <a:lstStyle>
            <a:defPPr>
              <a:defRPr lang="de-DE"/>
            </a:defPPr>
            <a:lvl1pPr marL="0" algn="ctr" defTabSz="914400" rtl="0" eaLnBrk="1" latinLnBrk="0" hangingPunct="1">
              <a:defRPr lang="de-DE" sz="1200" b="0" i="0" kern="1200">
                <a:solidFill>
                  <a:schemeClr val="tx1"/>
                </a:solidFill>
                <a:latin typeface="Abadi" panose="020B0604020104020204" pitchFamily="34" charset="0"/>
                <a:ea typeface="+mn-ea"/>
                <a:cs typeface="+mn-cs"/>
              </a:defRPr>
            </a:lvl1pPr>
            <a:lvl2pPr marL="457200" algn="l" defTabSz="914400" rtl="0" eaLnBrk="1" latinLnBrk="0" hangingPunct="1">
              <a:defRPr lang="de-DE" sz="1800" kern="1200">
                <a:solidFill>
                  <a:schemeClr val="tx1"/>
                </a:solidFill>
                <a:latin typeface="+mn-lt"/>
                <a:ea typeface="+mn-ea"/>
                <a:cs typeface="+mn-cs"/>
              </a:defRPr>
            </a:lvl2pPr>
            <a:lvl3pPr marL="914400" algn="l" defTabSz="914400" rtl="0" eaLnBrk="1" latinLnBrk="0" hangingPunct="1">
              <a:defRPr lang="de-DE" sz="1800" kern="1200">
                <a:solidFill>
                  <a:schemeClr val="tx1"/>
                </a:solidFill>
                <a:latin typeface="+mn-lt"/>
                <a:ea typeface="+mn-ea"/>
                <a:cs typeface="+mn-cs"/>
              </a:defRPr>
            </a:lvl3pPr>
            <a:lvl4pPr marL="1371600" algn="l" defTabSz="914400" rtl="0" eaLnBrk="1" latinLnBrk="0" hangingPunct="1">
              <a:defRPr lang="de-DE" sz="1800" kern="1200">
                <a:solidFill>
                  <a:schemeClr val="tx1"/>
                </a:solidFill>
                <a:latin typeface="+mn-lt"/>
                <a:ea typeface="+mn-ea"/>
                <a:cs typeface="+mn-cs"/>
              </a:defRPr>
            </a:lvl4pPr>
            <a:lvl5pPr marL="1828800" algn="l" defTabSz="914400" rtl="0" eaLnBrk="1" latinLnBrk="0" hangingPunct="1">
              <a:defRPr lang="de-DE" sz="1800" kern="1200">
                <a:solidFill>
                  <a:schemeClr val="tx1"/>
                </a:solidFill>
                <a:latin typeface="+mn-lt"/>
                <a:ea typeface="+mn-ea"/>
                <a:cs typeface="+mn-cs"/>
              </a:defRPr>
            </a:lvl5pPr>
            <a:lvl6pPr marL="2286000" algn="l" defTabSz="914400" rtl="0" eaLnBrk="1" latinLnBrk="0" hangingPunct="1">
              <a:defRPr lang="de-DE" sz="1800" kern="1200">
                <a:solidFill>
                  <a:schemeClr val="tx1"/>
                </a:solidFill>
                <a:latin typeface="+mn-lt"/>
                <a:ea typeface="+mn-ea"/>
                <a:cs typeface="+mn-cs"/>
              </a:defRPr>
            </a:lvl6pPr>
            <a:lvl7pPr marL="2743200" algn="l" defTabSz="914400" rtl="0" eaLnBrk="1" latinLnBrk="0" hangingPunct="1">
              <a:defRPr lang="de-DE" sz="1800" kern="1200">
                <a:solidFill>
                  <a:schemeClr val="tx1"/>
                </a:solidFill>
                <a:latin typeface="+mn-lt"/>
                <a:ea typeface="+mn-ea"/>
                <a:cs typeface="+mn-cs"/>
              </a:defRPr>
            </a:lvl7pPr>
            <a:lvl8pPr marL="3200400" algn="l" defTabSz="914400" rtl="0" eaLnBrk="1" latinLnBrk="0" hangingPunct="1">
              <a:defRPr lang="de-DE" sz="1800" kern="1200">
                <a:solidFill>
                  <a:schemeClr val="tx1"/>
                </a:solidFill>
                <a:latin typeface="+mn-lt"/>
                <a:ea typeface="+mn-ea"/>
                <a:cs typeface="+mn-cs"/>
              </a:defRPr>
            </a:lvl8pPr>
            <a:lvl9pPr marL="3657600" algn="l" defTabSz="914400" rtl="0" eaLnBrk="1" latinLnBrk="0" hangingPunct="1">
              <a:defRPr lang="de-DE"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lang="de-DE"/>
            </a:pPr>
            <a:fld id="{47FEACEE-25B4-4A2D-B147-27296E36371D}" type="slidenum">
              <a:rPr kumimoji="0" lang="de-DE"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lang="de-DE"/>
              </a:pPr>
              <a:t>16</a:t>
            </a:fld>
            <a:endParaRPr kumimoji="0" lang="de-DE" altLang="zh-CN" sz="1200" u="none" strike="noStrike" kern="1200" cap="none" spc="0" normalizeH="0" baseline="0">
              <a:ln>
                <a:noFill/>
              </a:ln>
              <a:solidFill>
                <a:schemeClr val="bg1"/>
              </a:solidFill>
              <a:effectLst/>
              <a:uLnTx/>
              <a:uFillTx/>
            </a:endParaRPr>
          </a:p>
        </p:txBody>
      </p:sp>
    </p:spTree>
    <p:extLst>
      <p:ext uri="{BB962C8B-B14F-4D97-AF65-F5344CB8AC3E}">
        <p14:creationId xmlns:p14="http://schemas.microsoft.com/office/powerpoint/2010/main" val="12460212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Titel 55">
            <a:extLst>
              <a:ext uri="{FF2B5EF4-FFF2-40B4-BE49-F238E27FC236}">
                <a16:creationId xmlns:a16="http://schemas.microsoft.com/office/drawing/2014/main" id="{19576725-5FD5-0E5D-4FD3-2E35020D8306}"/>
              </a:ext>
            </a:extLst>
          </p:cNvPr>
          <p:cNvSpPr>
            <a:spLocks noGrp="1"/>
          </p:cNvSpPr>
          <p:nvPr>
            <p:ph type="title"/>
          </p:nvPr>
        </p:nvSpPr>
        <p:spPr>
          <a:xfrm>
            <a:off x="509574" y="2193988"/>
            <a:ext cx="3909993" cy="3629708"/>
          </a:xfrm>
        </p:spPr>
        <p:txBody>
          <a:bodyPr rtlCol="0"/>
          <a:lstStyle>
            <a:defPPr>
              <a:defRPr lang="de-DE"/>
            </a:defPPr>
          </a:lstStyle>
          <a:p>
            <a:pPr rtl="0"/>
            <a:r>
              <a:rPr lang="de-DE" sz="3800"/>
              <a:t>Unser erweitertes Team kennenlernen</a:t>
            </a:r>
            <a:br>
              <a:rPr lang="de-DE" sz="3800"/>
            </a:br>
            <a:endParaRPr lang="de-DE" sz="3800"/>
          </a:p>
        </p:txBody>
      </p:sp>
      <p:sp>
        <p:nvSpPr>
          <p:cNvPr id="4" name="Fußzeilenplatzhalter 3">
            <a:extLst>
              <a:ext uri="{FF2B5EF4-FFF2-40B4-BE49-F238E27FC236}">
                <a16:creationId xmlns:a16="http://schemas.microsoft.com/office/drawing/2014/main" id="{39CB1ACF-8F27-E766-B1CB-FC58BC47D7A9}"/>
              </a:ext>
            </a:extLst>
          </p:cNvPr>
          <p:cNvSpPr>
            <a:spLocks noGrp="1"/>
          </p:cNvSpPr>
          <p:nvPr>
            <p:ph type="ftr" sz="quarter" idx="76"/>
          </p:nvPr>
        </p:nvSpPr>
        <p:spPr/>
        <p:txBody>
          <a:bodyPr rtlCol="0"/>
          <a:lstStyle>
            <a:defPPr>
              <a:defRPr lang="de-DE"/>
            </a:defPPr>
          </a:lstStyle>
          <a:p>
            <a:pPr rtl="0"/>
            <a:r>
              <a:rPr lang="de-DE"/>
              <a:t>Präsentationstitel</a:t>
            </a:r>
          </a:p>
        </p:txBody>
      </p:sp>
      <p:pic>
        <p:nvPicPr>
          <p:cNvPr id="111" name="Bildplatzhalter 110" descr="Porträtfoto des Teammitglieds">
            <a:extLst>
              <a:ext uri="{FF2B5EF4-FFF2-40B4-BE49-F238E27FC236}">
                <a16:creationId xmlns:a16="http://schemas.microsoft.com/office/drawing/2014/main" id="{04625439-B7AD-2BC9-2A2B-DADABE1A1397}"/>
              </a:ext>
            </a:extLst>
          </p:cNvPr>
          <p:cNvPicPr>
            <a:picLocks noGrp="1" noChangeAspect="1"/>
          </p:cNvPicPr>
          <p:nvPr>
            <p:ph type="pic" sz="quarter" idx="48"/>
          </p:nvPr>
        </p:nvPicPr>
        <p:blipFill>
          <a:blip r:embed="rId3"/>
          <a:srcRect l="31" r="31"/>
          <a:stretch>
            <a:fillRect/>
          </a:stretch>
        </p:blipFill>
        <p:spPr>
          <a:xfrm>
            <a:off x="4235072" y="436455"/>
            <a:ext cx="1173264" cy="1357920"/>
          </a:xfrm>
        </p:spPr>
      </p:pic>
      <p:pic>
        <p:nvPicPr>
          <p:cNvPr id="117" name="Bildplatzhalter 116" descr="Porträtfoto des Teammitglieds">
            <a:extLst>
              <a:ext uri="{FF2B5EF4-FFF2-40B4-BE49-F238E27FC236}">
                <a16:creationId xmlns:a16="http://schemas.microsoft.com/office/drawing/2014/main" id="{17DCB394-2DB2-0945-063C-4AA5C232B022}"/>
              </a:ext>
            </a:extLst>
          </p:cNvPr>
          <p:cNvPicPr>
            <a:picLocks noGrp="1" noChangeAspect="1"/>
          </p:cNvPicPr>
          <p:nvPr>
            <p:ph type="pic" sz="quarter" idx="69"/>
          </p:nvPr>
        </p:nvPicPr>
        <p:blipFill>
          <a:blip r:embed="rId4"/>
          <a:srcRect t="193" b="193"/>
          <a:stretch>
            <a:fillRect/>
          </a:stretch>
        </p:blipFill>
        <p:spPr>
          <a:xfrm>
            <a:off x="4235072" y="2004222"/>
            <a:ext cx="1173264" cy="1357920"/>
          </a:xfrm>
        </p:spPr>
      </p:pic>
      <p:pic>
        <p:nvPicPr>
          <p:cNvPr id="121" name="Bildplatzhalter 120" descr="Porträtfoto des Teammitglieds">
            <a:extLst>
              <a:ext uri="{FF2B5EF4-FFF2-40B4-BE49-F238E27FC236}">
                <a16:creationId xmlns:a16="http://schemas.microsoft.com/office/drawing/2014/main" id="{4568A05E-568F-7101-D7A6-0C522498DB2B}"/>
              </a:ext>
            </a:extLst>
          </p:cNvPr>
          <p:cNvPicPr>
            <a:picLocks noGrp="1" noChangeAspect="1"/>
          </p:cNvPicPr>
          <p:nvPr>
            <p:ph type="pic" sz="quarter" idx="70"/>
          </p:nvPr>
        </p:nvPicPr>
        <p:blipFill>
          <a:blip r:embed="rId5"/>
          <a:srcRect t="193" b="193"/>
          <a:stretch>
            <a:fillRect/>
          </a:stretch>
        </p:blipFill>
        <p:spPr>
          <a:xfrm>
            <a:off x="4235072" y="3571991"/>
            <a:ext cx="1173264" cy="1357920"/>
          </a:xfrm>
        </p:spPr>
      </p:pic>
      <p:pic>
        <p:nvPicPr>
          <p:cNvPr id="124" name="Bildplatzhalter 123" descr="Porträtfoto des Teammitglieds">
            <a:extLst>
              <a:ext uri="{FF2B5EF4-FFF2-40B4-BE49-F238E27FC236}">
                <a16:creationId xmlns:a16="http://schemas.microsoft.com/office/drawing/2014/main" id="{99B69C8C-61F7-EF1C-0DBE-5B067A632CF0}"/>
              </a:ext>
            </a:extLst>
          </p:cNvPr>
          <p:cNvPicPr>
            <a:picLocks noGrp="1" noChangeAspect="1"/>
          </p:cNvPicPr>
          <p:nvPr>
            <p:ph type="pic" sz="quarter" idx="71"/>
          </p:nvPr>
        </p:nvPicPr>
        <p:blipFill>
          <a:blip r:embed="rId6"/>
          <a:srcRect t="135" b="135"/>
          <a:stretch>
            <a:fillRect/>
          </a:stretch>
        </p:blipFill>
        <p:spPr>
          <a:xfrm>
            <a:off x="4235072" y="5153614"/>
            <a:ext cx="1173264" cy="1357920"/>
          </a:xfrm>
        </p:spPr>
      </p:pic>
      <p:sp>
        <p:nvSpPr>
          <p:cNvPr id="134" name="Textplatzhalter 133">
            <a:extLst>
              <a:ext uri="{FF2B5EF4-FFF2-40B4-BE49-F238E27FC236}">
                <a16:creationId xmlns:a16="http://schemas.microsoft.com/office/drawing/2014/main" id="{EF408C39-F36B-8A49-1F7E-837E35969338}"/>
              </a:ext>
            </a:extLst>
          </p:cNvPr>
          <p:cNvSpPr>
            <a:spLocks noGrp="1"/>
          </p:cNvSpPr>
          <p:nvPr>
            <p:ph type="body" sz="quarter" idx="27"/>
          </p:nvPr>
        </p:nvSpPr>
        <p:spPr/>
        <p:txBody>
          <a:bodyPr rtlCol="0"/>
          <a:lstStyle>
            <a:defPPr>
              <a:defRPr lang="de-DE"/>
            </a:defPPr>
          </a:lstStyle>
          <a:p>
            <a:pPr rtl="0"/>
            <a:r>
              <a:rPr lang="de-DE"/>
              <a:t>Takuma Hayashi</a:t>
            </a:r>
          </a:p>
        </p:txBody>
      </p:sp>
      <p:sp>
        <p:nvSpPr>
          <p:cNvPr id="112" name="Textplatzhalter 111">
            <a:extLst>
              <a:ext uri="{FF2B5EF4-FFF2-40B4-BE49-F238E27FC236}">
                <a16:creationId xmlns:a16="http://schemas.microsoft.com/office/drawing/2014/main" id="{18AF0A56-DD67-89FC-BFA3-15B61F65CDDA}"/>
              </a:ext>
            </a:extLst>
          </p:cNvPr>
          <p:cNvSpPr>
            <a:spLocks noGrp="1"/>
          </p:cNvSpPr>
          <p:nvPr>
            <p:ph type="body" sz="quarter" idx="28"/>
          </p:nvPr>
        </p:nvSpPr>
        <p:spPr/>
        <p:txBody>
          <a:bodyPr rtlCol="0"/>
          <a:lstStyle>
            <a:defPPr>
              <a:defRPr lang="de-DE"/>
            </a:defPPr>
          </a:lstStyle>
          <a:p>
            <a:pPr rtl="0"/>
            <a:r>
              <a:rPr lang="de-DE"/>
              <a:t>Präsident</a:t>
            </a:r>
          </a:p>
          <a:p>
            <a:pPr rtl="0"/>
            <a:endParaRPr lang="de-DE"/>
          </a:p>
          <a:p>
            <a:pPr rtl="0"/>
            <a:endParaRPr lang="de-DE"/>
          </a:p>
        </p:txBody>
      </p:sp>
      <p:sp>
        <p:nvSpPr>
          <p:cNvPr id="136" name="Textplatzhalter 135">
            <a:extLst>
              <a:ext uri="{FF2B5EF4-FFF2-40B4-BE49-F238E27FC236}">
                <a16:creationId xmlns:a16="http://schemas.microsoft.com/office/drawing/2014/main" id="{9BEF75AB-A2CF-6495-E59F-B961022728C8}"/>
              </a:ext>
            </a:extLst>
          </p:cNvPr>
          <p:cNvSpPr>
            <a:spLocks noGrp="1"/>
          </p:cNvSpPr>
          <p:nvPr>
            <p:ph type="body" sz="quarter" idx="57"/>
          </p:nvPr>
        </p:nvSpPr>
        <p:spPr/>
        <p:txBody>
          <a:bodyPr rtlCol="0"/>
          <a:lstStyle>
            <a:defPPr>
              <a:defRPr lang="de-DE"/>
            </a:defPPr>
          </a:lstStyle>
          <a:p>
            <a:pPr rtl="0"/>
            <a:r>
              <a:rPr lang="de-DE"/>
              <a:t>Mirjam Nilsson</a:t>
            </a:r>
          </a:p>
        </p:txBody>
      </p:sp>
      <p:sp>
        <p:nvSpPr>
          <p:cNvPr id="114" name="Textplatzhalter 113">
            <a:extLst>
              <a:ext uri="{FF2B5EF4-FFF2-40B4-BE49-F238E27FC236}">
                <a16:creationId xmlns:a16="http://schemas.microsoft.com/office/drawing/2014/main" id="{DA3CD37D-77A2-AD3B-C73E-09D174DD7546}"/>
              </a:ext>
            </a:extLst>
          </p:cNvPr>
          <p:cNvSpPr>
            <a:spLocks noGrp="1"/>
          </p:cNvSpPr>
          <p:nvPr>
            <p:ph type="body" sz="quarter" idx="58"/>
          </p:nvPr>
        </p:nvSpPr>
        <p:spPr/>
        <p:txBody>
          <a:bodyPr rtlCol="0"/>
          <a:lstStyle>
            <a:defPPr>
              <a:defRPr lang="de-DE"/>
            </a:defPPr>
          </a:lstStyle>
          <a:p>
            <a:pPr rtl="0"/>
            <a:r>
              <a:rPr lang="de-DE"/>
              <a:t>Geschäftsführung</a:t>
            </a:r>
          </a:p>
        </p:txBody>
      </p:sp>
      <p:sp>
        <p:nvSpPr>
          <p:cNvPr id="138" name="Textplatzhalter 137">
            <a:extLst>
              <a:ext uri="{FF2B5EF4-FFF2-40B4-BE49-F238E27FC236}">
                <a16:creationId xmlns:a16="http://schemas.microsoft.com/office/drawing/2014/main" id="{204E9DAA-AA37-4F2D-9A54-5AA8DCEAB892}"/>
              </a:ext>
            </a:extLst>
          </p:cNvPr>
          <p:cNvSpPr>
            <a:spLocks noGrp="1"/>
          </p:cNvSpPr>
          <p:nvPr>
            <p:ph type="body" sz="quarter" idx="61"/>
          </p:nvPr>
        </p:nvSpPr>
        <p:spPr/>
        <p:txBody>
          <a:bodyPr rtlCol="0"/>
          <a:lstStyle>
            <a:defPPr>
              <a:defRPr lang="de-DE"/>
            </a:defPPr>
          </a:lstStyle>
          <a:p>
            <a:pPr rtl="0"/>
            <a:r>
              <a:rPr lang="de-DE"/>
              <a:t>Flora Berggren</a:t>
            </a:r>
          </a:p>
        </p:txBody>
      </p:sp>
      <p:sp>
        <p:nvSpPr>
          <p:cNvPr id="116" name="Textplatzhalter 115">
            <a:extLst>
              <a:ext uri="{FF2B5EF4-FFF2-40B4-BE49-F238E27FC236}">
                <a16:creationId xmlns:a16="http://schemas.microsoft.com/office/drawing/2014/main" id="{F6ED7D00-5342-1D60-DDDB-D53A1710D96C}"/>
              </a:ext>
            </a:extLst>
          </p:cNvPr>
          <p:cNvSpPr>
            <a:spLocks noGrp="1"/>
          </p:cNvSpPr>
          <p:nvPr>
            <p:ph type="body" sz="quarter" idx="62"/>
          </p:nvPr>
        </p:nvSpPr>
        <p:spPr/>
        <p:txBody>
          <a:bodyPr rtlCol="0"/>
          <a:lstStyle>
            <a:defPPr>
              <a:defRPr lang="de-DE"/>
            </a:defPPr>
          </a:lstStyle>
          <a:p>
            <a:pPr rtl="0"/>
            <a:r>
              <a:rPr lang="de-DE"/>
              <a:t>Betriebsleitung</a:t>
            </a:r>
          </a:p>
        </p:txBody>
      </p:sp>
      <p:sp>
        <p:nvSpPr>
          <p:cNvPr id="142" name="Textplatzhalter 141">
            <a:extLst>
              <a:ext uri="{FF2B5EF4-FFF2-40B4-BE49-F238E27FC236}">
                <a16:creationId xmlns:a16="http://schemas.microsoft.com/office/drawing/2014/main" id="{E919136D-3B44-DA2F-E7D4-D6EEF99678A5}"/>
              </a:ext>
            </a:extLst>
          </p:cNvPr>
          <p:cNvSpPr>
            <a:spLocks noGrp="1"/>
          </p:cNvSpPr>
          <p:nvPr>
            <p:ph type="body" sz="quarter" idx="65"/>
          </p:nvPr>
        </p:nvSpPr>
        <p:spPr/>
        <p:txBody>
          <a:bodyPr rtlCol="0"/>
          <a:lstStyle>
            <a:defPPr>
              <a:defRPr lang="de-DE"/>
            </a:defPPr>
          </a:lstStyle>
          <a:p>
            <a:pPr rtl="0"/>
            <a:r>
              <a:rPr lang="de-DE"/>
              <a:t>Rajesh Santoshi</a:t>
            </a:r>
          </a:p>
        </p:txBody>
      </p:sp>
      <p:sp>
        <p:nvSpPr>
          <p:cNvPr id="118" name="Textplatzhalter 117">
            <a:extLst>
              <a:ext uri="{FF2B5EF4-FFF2-40B4-BE49-F238E27FC236}">
                <a16:creationId xmlns:a16="http://schemas.microsoft.com/office/drawing/2014/main" id="{00CC9081-1965-5E10-5A66-018337A9F4FF}"/>
              </a:ext>
            </a:extLst>
          </p:cNvPr>
          <p:cNvSpPr>
            <a:spLocks noGrp="1"/>
          </p:cNvSpPr>
          <p:nvPr>
            <p:ph type="body" sz="quarter" idx="66"/>
          </p:nvPr>
        </p:nvSpPr>
        <p:spPr/>
        <p:txBody>
          <a:bodyPr rtlCol="0"/>
          <a:lstStyle>
            <a:defPPr>
              <a:defRPr lang="de-DE"/>
            </a:defPPr>
          </a:lstStyle>
          <a:p>
            <a:pPr rtl="0"/>
            <a:r>
              <a:rPr lang="de-DE"/>
              <a:t>VP Marketing</a:t>
            </a:r>
          </a:p>
          <a:p>
            <a:pPr rtl="0"/>
            <a:endParaRPr lang="de-DE" altLang="zh-CN"/>
          </a:p>
        </p:txBody>
      </p:sp>
      <p:pic>
        <p:nvPicPr>
          <p:cNvPr id="105" name="Bildplatzhalter 104" descr="Porträtfoto des Teammitglieds">
            <a:extLst>
              <a:ext uri="{FF2B5EF4-FFF2-40B4-BE49-F238E27FC236}">
                <a16:creationId xmlns:a16="http://schemas.microsoft.com/office/drawing/2014/main" id="{57158F0D-ABAB-F883-0EB2-0F2E0CFCD3E1}"/>
              </a:ext>
            </a:extLst>
          </p:cNvPr>
          <p:cNvPicPr>
            <a:picLocks noGrp="1" noChangeAspect="1"/>
          </p:cNvPicPr>
          <p:nvPr>
            <p:ph type="pic" sz="quarter" idx="72"/>
          </p:nvPr>
        </p:nvPicPr>
        <p:blipFill>
          <a:blip r:embed="rId7"/>
          <a:srcRect l="290" r="290"/>
          <a:stretch>
            <a:fillRect/>
          </a:stretch>
        </p:blipFill>
        <p:spPr/>
      </p:pic>
      <p:pic>
        <p:nvPicPr>
          <p:cNvPr id="100" name="Bildplatzhalter 99" descr="Porträtfoto des Teammitglieds">
            <a:extLst>
              <a:ext uri="{FF2B5EF4-FFF2-40B4-BE49-F238E27FC236}">
                <a16:creationId xmlns:a16="http://schemas.microsoft.com/office/drawing/2014/main" id="{37FE76F6-4FBA-F449-AE44-D65A490DB65E}"/>
              </a:ext>
            </a:extLst>
          </p:cNvPr>
          <p:cNvPicPr>
            <a:picLocks noGrp="1" noChangeAspect="1"/>
          </p:cNvPicPr>
          <p:nvPr>
            <p:ph type="pic" sz="quarter" idx="73"/>
          </p:nvPr>
        </p:nvPicPr>
        <p:blipFill>
          <a:blip r:embed="rId8"/>
          <a:srcRect l="66" r="66"/>
          <a:stretch>
            <a:fillRect/>
          </a:stretch>
        </p:blipFill>
        <p:spPr/>
      </p:pic>
      <p:pic>
        <p:nvPicPr>
          <p:cNvPr id="95" name="Bildplatzhalter 94" descr="Porträtfoto des Teammitglieds">
            <a:extLst>
              <a:ext uri="{FF2B5EF4-FFF2-40B4-BE49-F238E27FC236}">
                <a16:creationId xmlns:a16="http://schemas.microsoft.com/office/drawing/2014/main" id="{3D93F4F3-0B04-F25C-A1AD-C630AB4ACC69}"/>
              </a:ext>
            </a:extLst>
          </p:cNvPr>
          <p:cNvPicPr>
            <a:picLocks noGrp="1" noChangeAspect="1"/>
          </p:cNvPicPr>
          <p:nvPr>
            <p:ph type="pic" sz="quarter" idx="74"/>
          </p:nvPr>
        </p:nvPicPr>
        <p:blipFill>
          <a:blip r:embed="rId9"/>
          <a:srcRect l="66" r="66"/>
          <a:stretch>
            <a:fillRect/>
          </a:stretch>
        </p:blipFill>
        <p:spPr/>
      </p:pic>
      <p:pic>
        <p:nvPicPr>
          <p:cNvPr id="91" name="Bildplatzhalter 90" descr="Porträtfoto des Teammitglieds">
            <a:extLst>
              <a:ext uri="{FF2B5EF4-FFF2-40B4-BE49-F238E27FC236}">
                <a16:creationId xmlns:a16="http://schemas.microsoft.com/office/drawing/2014/main" id="{5EC983C0-CBA5-F57C-BEFF-513C6820D1B5}"/>
              </a:ext>
            </a:extLst>
          </p:cNvPr>
          <p:cNvPicPr>
            <a:picLocks noGrp="1" noChangeAspect="1"/>
          </p:cNvPicPr>
          <p:nvPr>
            <p:ph type="pic" sz="quarter" idx="75"/>
          </p:nvPr>
        </p:nvPicPr>
        <p:blipFill>
          <a:blip r:embed="rId10"/>
          <a:srcRect l="124" r="124"/>
          <a:stretch>
            <a:fillRect/>
          </a:stretch>
        </p:blipFill>
        <p:spPr/>
      </p:pic>
      <p:sp>
        <p:nvSpPr>
          <p:cNvPr id="132" name="Textplatzhalter 131">
            <a:extLst>
              <a:ext uri="{FF2B5EF4-FFF2-40B4-BE49-F238E27FC236}">
                <a16:creationId xmlns:a16="http://schemas.microsoft.com/office/drawing/2014/main" id="{86CBC7CA-4E3E-1E11-06FC-F3D5FEF919A6}"/>
              </a:ext>
            </a:extLst>
          </p:cNvPr>
          <p:cNvSpPr>
            <a:spLocks noGrp="1"/>
          </p:cNvSpPr>
          <p:nvPr>
            <p:ph type="body" sz="quarter" idx="55"/>
          </p:nvPr>
        </p:nvSpPr>
        <p:spPr/>
        <p:txBody>
          <a:bodyPr rtlCol="0"/>
          <a:lstStyle>
            <a:defPPr>
              <a:defRPr lang="de-DE"/>
            </a:defPPr>
          </a:lstStyle>
          <a:p>
            <a:pPr rtl="0"/>
            <a:r>
              <a:rPr lang="de-DE"/>
              <a:t>Graham Barnes</a:t>
            </a:r>
          </a:p>
        </p:txBody>
      </p:sp>
      <p:sp>
        <p:nvSpPr>
          <p:cNvPr id="110" name="Textplatzhalter 109">
            <a:extLst>
              <a:ext uri="{FF2B5EF4-FFF2-40B4-BE49-F238E27FC236}">
                <a16:creationId xmlns:a16="http://schemas.microsoft.com/office/drawing/2014/main" id="{A8D8F964-5152-933F-0FD8-0441EF137004}"/>
              </a:ext>
            </a:extLst>
          </p:cNvPr>
          <p:cNvSpPr>
            <a:spLocks noGrp="1"/>
          </p:cNvSpPr>
          <p:nvPr>
            <p:ph type="body" sz="quarter" idx="56"/>
          </p:nvPr>
        </p:nvSpPr>
        <p:spPr/>
        <p:txBody>
          <a:bodyPr rtlCol="0"/>
          <a:lstStyle>
            <a:defPPr>
              <a:defRPr lang="de-DE"/>
            </a:defPPr>
          </a:lstStyle>
          <a:p>
            <a:pPr rtl="0"/>
            <a:r>
              <a:rPr lang="de-DE"/>
              <a:t>VP Produkte</a:t>
            </a:r>
          </a:p>
          <a:p>
            <a:pPr rtl="0"/>
            <a:endParaRPr lang="de-DE"/>
          </a:p>
        </p:txBody>
      </p:sp>
      <p:sp>
        <p:nvSpPr>
          <p:cNvPr id="130" name="Textplatzhalter 129">
            <a:extLst>
              <a:ext uri="{FF2B5EF4-FFF2-40B4-BE49-F238E27FC236}">
                <a16:creationId xmlns:a16="http://schemas.microsoft.com/office/drawing/2014/main" id="{D7A3F7B8-39FC-A0C3-B527-8DD7897C3C2A}"/>
              </a:ext>
            </a:extLst>
          </p:cNvPr>
          <p:cNvSpPr>
            <a:spLocks noGrp="1"/>
          </p:cNvSpPr>
          <p:nvPr>
            <p:ph type="body" sz="quarter" idx="59"/>
          </p:nvPr>
        </p:nvSpPr>
        <p:spPr/>
        <p:txBody>
          <a:bodyPr rtlCol="0"/>
          <a:lstStyle>
            <a:defPPr>
              <a:defRPr lang="de-DE"/>
            </a:defPPr>
          </a:lstStyle>
          <a:p>
            <a:pPr rtl="0"/>
            <a:r>
              <a:rPr lang="de-DE"/>
              <a:t>Rowan Murphy</a:t>
            </a:r>
          </a:p>
        </p:txBody>
      </p:sp>
      <p:sp>
        <p:nvSpPr>
          <p:cNvPr id="108" name="Textplatzhalter 107">
            <a:extLst>
              <a:ext uri="{FF2B5EF4-FFF2-40B4-BE49-F238E27FC236}">
                <a16:creationId xmlns:a16="http://schemas.microsoft.com/office/drawing/2014/main" id="{9DD2EF71-C588-557C-6805-3BA27A14E29B}"/>
              </a:ext>
            </a:extLst>
          </p:cNvPr>
          <p:cNvSpPr>
            <a:spLocks noGrp="1"/>
          </p:cNvSpPr>
          <p:nvPr>
            <p:ph type="body" sz="quarter" idx="60"/>
          </p:nvPr>
        </p:nvSpPr>
        <p:spPr/>
        <p:txBody>
          <a:bodyPr rtlCol="0"/>
          <a:lstStyle>
            <a:defPPr>
              <a:defRPr lang="de-DE"/>
            </a:defPPr>
          </a:lstStyle>
          <a:p>
            <a:pPr rtl="0"/>
            <a:r>
              <a:rPr lang="de-DE"/>
              <a:t>SEO Stratege</a:t>
            </a:r>
          </a:p>
          <a:p>
            <a:pPr rtl="0"/>
            <a:endParaRPr lang="de-DE" altLang="zh-CN"/>
          </a:p>
        </p:txBody>
      </p:sp>
      <p:sp>
        <p:nvSpPr>
          <p:cNvPr id="128" name="Textplatzhalter 127">
            <a:extLst>
              <a:ext uri="{FF2B5EF4-FFF2-40B4-BE49-F238E27FC236}">
                <a16:creationId xmlns:a16="http://schemas.microsoft.com/office/drawing/2014/main" id="{F2B4F3E8-0A71-10C7-4719-C9FB478A9129}"/>
              </a:ext>
            </a:extLst>
          </p:cNvPr>
          <p:cNvSpPr>
            <a:spLocks noGrp="1"/>
          </p:cNvSpPr>
          <p:nvPr>
            <p:ph type="body" sz="quarter" idx="63"/>
          </p:nvPr>
        </p:nvSpPr>
        <p:spPr/>
        <p:txBody>
          <a:bodyPr rtlCol="0"/>
          <a:lstStyle>
            <a:defPPr>
              <a:defRPr lang="de-DE"/>
            </a:defPPr>
          </a:lstStyle>
          <a:p>
            <a:pPr rtl="0"/>
            <a:r>
              <a:rPr lang="de-DE"/>
              <a:t>Elizabeth Moore</a:t>
            </a:r>
          </a:p>
        </p:txBody>
      </p:sp>
      <p:sp>
        <p:nvSpPr>
          <p:cNvPr id="106" name="Textplatzhalter 105">
            <a:extLst>
              <a:ext uri="{FF2B5EF4-FFF2-40B4-BE49-F238E27FC236}">
                <a16:creationId xmlns:a16="http://schemas.microsoft.com/office/drawing/2014/main" id="{C3F4B58A-E166-D531-6B68-03C6AC16DFE0}"/>
              </a:ext>
            </a:extLst>
          </p:cNvPr>
          <p:cNvSpPr>
            <a:spLocks noGrp="1"/>
          </p:cNvSpPr>
          <p:nvPr>
            <p:ph type="body" sz="quarter" idx="64"/>
          </p:nvPr>
        </p:nvSpPr>
        <p:spPr/>
        <p:txBody>
          <a:bodyPr rtlCol="0"/>
          <a:lstStyle>
            <a:defPPr>
              <a:defRPr lang="de-DE"/>
            </a:defPPr>
          </a:lstStyle>
          <a:p>
            <a:pPr rtl="0"/>
            <a:r>
              <a:rPr lang="de-DE"/>
              <a:t>Produktentwickler</a:t>
            </a:r>
          </a:p>
          <a:p>
            <a:pPr rtl="0"/>
            <a:endParaRPr lang="de-DE" altLang="zh-CN"/>
          </a:p>
        </p:txBody>
      </p:sp>
      <p:sp>
        <p:nvSpPr>
          <p:cNvPr id="140" name="Textplatzhalter 139">
            <a:extLst>
              <a:ext uri="{FF2B5EF4-FFF2-40B4-BE49-F238E27FC236}">
                <a16:creationId xmlns:a16="http://schemas.microsoft.com/office/drawing/2014/main" id="{2528F54A-A46A-9326-2193-943237532FCE}"/>
              </a:ext>
            </a:extLst>
          </p:cNvPr>
          <p:cNvSpPr>
            <a:spLocks noGrp="1"/>
          </p:cNvSpPr>
          <p:nvPr>
            <p:ph type="body" sz="quarter" idx="67"/>
          </p:nvPr>
        </p:nvSpPr>
        <p:spPr/>
        <p:txBody>
          <a:bodyPr rtlCol="0"/>
          <a:lstStyle>
            <a:defPPr>
              <a:defRPr lang="de-DE"/>
            </a:defPPr>
          </a:lstStyle>
          <a:p>
            <a:pPr rtl="0"/>
            <a:r>
              <a:rPr lang="de-DE"/>
              <a:t>Robin Kline</a:t>
            </a:r>
          </a:p>
        </p:txBody>
      </p:sp>
      <p:sp>
        <p:nvSpPr>
          <p:cNvPr id="104" name="Textplatzhalter 103">
            <a:extLst>
              <a:ext uri="{FF2B5EF4-FFF2-40B4-BE49-F238E27FC236}">
                <a16:creationId xmlns:a16="http://schemas.microsoft.com/office/drawing/2014/main" id="{518FD4E8-9A30-D19A-0CE1-E025FDE22A18}"/>
              </a:ext>
            </a:extLst>
          </p:cNvPr>
          <p:cNvSpPr>
            <a:spLocks noGrp="1"/>
          </p:cNvSpPr>
          <p:nvPr>
            <p:ph type="body" sz="quarter" idx="68"/>
          </p:nvPr>
        </p:nvSpPr>
        <p:spPr/>
        <p:txBody>
          <a:bodyPr rtlCol="0"/>
          <a:lstStyle>
            <a:defPPr>
              <a:defRPr lang="de-DE"/>
            </a:defPPr>
          </a:lstStyle>
          <a:p>
            <a:pPr rtl="0"/>
            <a:r>
              <a:rPr lang="de-DE"/>
              <a:t>Content Entwickler</a:t>
            </a:r>
          </a:p>
          <a:p>
            <a:pPr rtl="0"/>
            <a:endParaRPr lang="de-DE" altLang="zh-CN"/>
          </a:p>
        </p:txBody>
      </p:sp>
      <p:sp>
        <p:nvSpPr>
          <p:cNvPr id="42" name="Foliennummernplatzhalter 13">
            <a:extLst>
              <a:ext uri="{FF2B5EF4-FFF2-40B4-BE49-F238E27FC236}">
                <a16:creationId xmlns:a16="http://schemas.microsoft.com/office/drawing/2014/main" id="{F8EEF7F7-F511-EC83-1C7D-AE1F07EB4551}"/>
              </a:ext>
            </a:extLst>
          </p:cNvPr>
          <p:cNvSpPr txBox="1">
            <a:spLocks/>
          </p:cNvSpPr>
          <p:nvPr/>
        </p:nvSpPr>
        <p:spPr>
          <a:xfrm>
            <a:off x="11194169" y="6215665"/>
            <a:ext cx="458592" cy="365125"/>
          </a:xfrm>
          <a:prstGeom prst="rect">
            <a:avLst/>
          </a:prstGeom>
        </p:spPr>
        <p:txBody>
          <a:bodyPr rtlCol="0" anchor="ctr"/>
          <a:lstStyle>
            <a:defPPr>
              <a:defRPr lang="de-DE"/>
            </a:defPPr>
            <a:lvl1pPr marL="0" algn="ctr" defTabSz="914400" rtl="0" eaLnBrk="1" latinLnBrk="0" hangingPunct="1">
              <a:defRPr lang="de-DE" sz="1200" b="0" i="0" kern="1200">
                <a:solidFill>
                  <a:schemeClr val="tx1"/>
                </a:solidFill>
                <a:latin typeface="Abadi" panose="020B0604020104020204" pitchFamily="34" charset="0"/>
                <a:ea typeface="+mn-ea"/>
                <a:cs typeface="+mn-cs"/>
              </a:defRPr>
            </a:lvl1pPr>
            <a:lvl2pPr marL="457200" algn="l" defTabSz="914400" rtl="0" eaLnBrk="1" latinLnBrk="0" hangingPunct="1">
              <a:defRPr lang="de-DE" sz="1800" kern="1200">
                <a:solidFill>
                  <a:schemeClr val="tx1"/>
                </a:solidFill>
                <a:latin typeface="+mn-lt"/>
                <a:ea typeface="+mn-ea"/>
                <a:cs typeface="+mn-cs"/>
              </a:defRPr>
            </a:lvl2pPr>
            <a:lvl3pPr marL="914400" algn="l" defTabSz="914400" rtl="0" eaLnBrk="1" latinLnBrk="0" hangingPunct="1">
              <a:defRPr lang="de-DE" sz="1800" kern="1200">
                <a:solidFill>
                  <a:schemeClr val="tx1"/>
                </a:solidFill>
                <a:latin typeface="+mn-lt"/>
                <a:ea typeface="+mn-ea"/>
                <a:cs typeface="+mn-cs"/>
              </a:defRPr>
            </a:lvl3pPr>
            <a:lvl4pPr marL="1371600" algn="l" defTabSz="914400" rtl="0" eaLnBrk="1" latinLnBrk="0" hangingPunct="1">
              <a:defRPr lang="de-DE" sz="1800" kern="1200">
                <a:solidFill>
                  <a:schemeClr val="tx1"/>
                </a:solidFill>
                <a:latin typeface="+mn-lt"/>
                <a:ea typeface="+mn-ea"/>
                <a:cs typeface="+mn-cs"/>
              </a:defRPr>
            </a:lvl4pPr>
            <a:lvl5pPr marL="1828800" algn="l" defTabSz="914400" rtl="0" eaLnBrk="1" latinLnBrk="0" hangingPunct="1">
              <a:defRPr lang="de-DE" sz="1800" kern="1200">
                <a:solidFill>
                  <a:schemeClr val="tx1"/>
                </a:solidFill>
                <a:latin typeface="+mn-lt"/>
                <a:ea typeface="+mn-ea"/>
                <a:cs typeface="+mn-cs"/>
              </a:defRPr>
            </a:lvl5pPr>
            <a:lvl6pPr marL="2286000" algn="l" defTabSz="914400" rtl="0" eaLnBrk="1" latinLnBrk="0" hangingPunct="1">
              <a:defRPr lang="de-DE" sz="1800" kern="1200">
                <a:solidFill>
                  <a:schemeClr val="tx1"/>
                </a:solidFill>
                <a:latin typeface="+mn-lt"/>
                <a:ea typeface="+mn-ea"/>
                <a:cs typeface="+mn-cs"/>
              </a:defRPr>
            </a:lvl6pPr>
            <a:lvl7pPr marL="2743200" algn="l" defTabSz="914400" rtl="0" eaLnBrk="1" latinLnBrk="0" hangingPunct="1">
              <a:defRPr lang="de-DE" sz="1800" kern="1200">
                <a:solidFill>
                  <a:schemeClr val="tx1"/>
                </a:solidFill>
                <a:latin typeface="+mn-lt"/>
                <a:ea typeface="+mn-ea"/>
                <a:cs typeface="+mn-cs"/>
              </a:defRPr>
            </a:lvl7pPr>
            <a:lvl8pPr marL="3200400" algn="l" defTabSz="914400" rtl="0" eaLnBrk="1" latinLnBrk="0" hangingPunct="1">
              <a:defRPr lang="de-DE" sz="1800" kern="1200">
                <a:solidFill>
                  <a:schemeClr val="tx1"/>
                </a:solidFill>
                <a:latin typeface="+mn-lt"/>
                <a:ea typeface="+mn-ea"/>
                <a:cs typeface="+mn-cs"/>
              </a:defRPr>
            </a:lvl8pPr>
            <a:lvl9pPr marL="3657600" algn="l" defTabSz="914400" rtl="0" eaLnBrk="1" latinLnBrk="0" hangingPunct="1">
              <a:defRPr lang="de-DE"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lang="de-DE"/>
            </a:pPr>
            <a:fld id="{47FEACEE-25B4-4A2D-B147-27296E36371D}" type="slidenum">
              <a:rPr kumimoji="0" lang="de-DE"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lang="de-DE"/>
              </a:pPr>
              <a:t>17</a:t>
            </a:fld>
            <a:endParaRPr kumimoji="0" lang="de-DE" altLang="zh-CN" sz="1200" u="none" strike="noStrike" kern="1200" cap="none" spc="0" normalizeH="0" baseline="0">
              <a:ln>
                <a:noFill/>
              </a:ln>
              <a:solidFill>
                <a:schemeClr val="bg1"/>
              </a:solidFill>
              <a:effectLst/>
              <a:uLnTx/>
              <a:uFillTx/>
            </a:endParaRPr>
          </a:p>
        </p:txBody>
      </p:sp>
    </p:spTree>
    <p:extLst>
      <p:ext uri="{BB962C8B-B14F-4D97-AF65-F5344CB8AC3E}">
        <p14:creationId xmlns:p14="http://schemas.microsoft.com/office/powerpoint/2010/main" val="31571093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Titel 72">
            <a:extLst>
              <a:ext uri="{FF2B5EF4-FFF2-40B4-BE49-F238E27FC236}">
                <a16:creationId xmlns:a16="http://schemas.microsoft.com/office/drawing/2014/main" id="{48B2F6FE-2CF0-7F44-B7C7-65EE2B418183}"/>
              </a:ext>
            </a:extLst>
          </p:cNvPr>
          <p:cNvSpPr>
            <a:spLocks noGrp="1"/>
          </p:cNvSpPr>
          <p:nvPr>
            <p:ph type="title"/>
          </p:nvPr>
        </p:nvSpPr>
        <p:spPr/>
        <p:txBody>
          <a:bodyPr rtlCol="0"/>
          <a:lstStyle>
            <a:defPPr>
              <a:defRPr lang="de-DE"/>
            </a:defPPr>
          </a:lstStyle>
          <a:p>
            <a:pPr rtl="0"/>
            <a:r>
              <a:rPr lang="de-DE"/>
              <a:t>Produkteinführungsplan</a:t>
            </a:r>
          </a:p>
        </p:txBody>
      </p:sp>
      <p:pic>
        <p:nvPicPr>
          <p:cNvPr id="55" name="Bildplatzhalter 7" descr="Geschäftsfrau überprüft Haftnotizen an einer Wand">
            <a:extLst>
              <a:ext uri="{FF2B5EF4-FFF2-40B4-BE49-F238E27FC236}">
                <a16:creationId xmlns:a16="http://schemas.microsoft.com/office/drawing/2014/main" id="{9A8C3D8A-AD4E-BD2D-C807-79872E9076A5}"/>
              </a:ext>
            </a:extLst>
          </p:cNvPr>
          <p:cNvPicPr>
            <a:picLocks noGrp="1" noChangeAspect="1"/>
          </p:cNvPicPr>
          <p:nvPr>
            <p:ph type="pic" sz="quarter" idx="57"/>
          </p:nvPr>
        </p:nvPicPr>
        <p:blipFill>
          <a:blip r:embed="rId3" cstate="print">
            <a:extLst>
              <a:ext uri="{28A0092B-C50C-407E-A947-70E740481C1C}">
                <a14:useLocalDpi xmlns:a14="http://schemas.microsoft.com/office/drawing/2010/main"/>
              </a:ext>
            </a:extLst>
          </a:blip>
          <a:srcRect t="38" b="38"/>
          <a:stretch/>
        </p:blipFill>
        <p:spPr>
          <a:xfrm>
            <a:off x="983282" y="2073439"/>
            <a:ext cx="1621032" cy="1841551"/>
          </a:xfrm>
        </p:spPr>
      </p:pic>
      <p:sp>
        <p:nvSpPr>
          <p:cNvPr id="49" name="Textplatzhalter 48">
            <a:extLst>
              <a:ext uri="{FF2B5EF4-FFF2-40B4-BE49-F238E27FC236}">
                <a16:creationId xmlns:a16="http://schemas.microsoft.com/office/drawing/2014/main" id="{1314DF81-1F76-3EC4-20FE-94867A9F0F85}"/>
              </a:ext>
            </a:extLst>
          </p:cNvPr>
          <p:cNvSpPr>
            <a:spLocks noGrp="1"/>
          </p:cNvSpPr>
          <p:nvPr>
            <p:ph type="body" sz="quarter" idx="27"/>
          </p:nvPr>
        </p:nvSpPr>
        <p:spPr>
          <a:xfrm>
            <a:off x="821770" y="4416565"/>
            <a:ext cx="1877575" cy="506399"/>
          </a:xfrm>
        </p:spPr>
        <p:txBody>
          <a:bodyPr rtlCol="0"/>
          <a:lstStyle>
            <a:defPPr>
              <a:defRPr lang="de-DE"/>
            </a:defPPr>
          </a:lstStyle>
          <a:p>
            <a:pPr rtl="0"/>
            <a:r>
              <a:rPr lang="de-DE"/>
              <a:t>Planen</a:t>
            </a:r>
          </a:p>
        </p:txBody>
      </p:sp>
      <p:sp>
        <p:nvSpPr>
          <p:cNvPr id="50" name="Textplatzhalter 49">
            <a:extLst>
              <a:ext uri="{FF2B5EF4-FFF2-40B4-BE49-F238E27FC236}">
                <a16:creationId xmlns:a16="http://schemas.microsoft.com/office/drawing/2014/main" id="{F4A301BE-C4E1-74D9-31AE-D8AB087895DB}"/>
              </a:ext>
            </a:extLst>
          </p:cNvPr>
          <p:cNvSpPr>
            <a:spLocks noGrp="1"/>
          </p:cNvSpPr>
          <p:nvPr>
            <p:ph type="body" sz="quarter" idx="28"/>
          </p:nvPr>
        </p:nvSpPr>
        <p:spPr>
          <a:xfrm>
            <a:off x="912627" y="5007731"/>
            <a:ext cx="1691687" cy="811178"/>
          </a:xfrm>
        </p:spPr>
        <p:txBody>
          <a:bodyPr rtlCol="0"/>
          <a:lstStyle>
            <a:defPPr>
              <a:defRPr lang="de-DE"/>
            </a:defPPr>
          </a:lstStyle>
          <a:p>
            <a:pPr rtl="0"/>
            <a:r>
              <a:rPr lang="de-DE"/>
              <a:t>Synergien für skalierbaren </a:t>
            </a:r>
            <a:br>
              <a:rPr lang="de-DE"/>
            </a:br>
            <a:r>
              <a:rPr lang="de-DE"/>
              <a:t>E-Commerce</a:t>
            </a:r>
          </a:p>
          <a:p>
            <a:pPr rtl="0"/>
            <a:endParaRPr lang="de-DE" altLang="zh-CN"/>
          </a:p>
          <a:p>
            <a:pPr rtl="0"/>
            <a:endParaRPr lang="de-DE"/>
          </a:p>
        </p:txBody>
      </p:sp>
      <p:pic>
        <p:nvPicPr>
          <p:cNvPr id="34" name="Bildplatzhalter 9" descr="Leute, die im Büro arbeiten">
            <a:extLst>
              <a:ext uri="{FF2B5EF4-FFF2-40B4-BE49-F238E27FC236}">
                <a16:creationId xmlns:a16="http://schemas.microsoft.com/office/drawing/2014/main" id="{E83EA030-5740-6F6C-2CD2-743E3AFE8871}"/>
              </a:ext>
            </a:extLst>
          </p:cNvPr>
          <p:cNvPicPr>
            <a:picLocks noGrp="1" noChangeAspect="1"/>
          </p:cNvPicPr>
          <p:nvPr>
            <p:ph type="pic" sz="quarter" idx="58"/>
          </p:nvPr>
        </p:nvPicPr>
        <p:blipFill>
          <a:blip r:embed="rId4" cstate="print">
            <a:extLst>
              <a:ext uri="{28A0092B-C50C-407E-A947-70E740481C1C}">
                <a14:useLocalDpi xmlns:a14="http://schemas.microsoft.com/office/drawing/2010/main"/>
              </a:ext>
            </a:extLst>
          </a:blip>
          <a:srcRect l="11" r="11"/>
          <a:stretch/>
        </p:blipFill>
        <p:spPr>
          <a:xfrm>
            <a:off x="3109346" y="2073439"/>
            <a:ext cx="1621032" cy="1841551"/>
          </a:xfrm>
          <a:solidFill>
            <a:schemeClr val="bg1">
              <a:lumMod val="95000"/>
            </a:schemeClr>
          </a:solidFill>
        </p:spPr>
      </p:pic>
      <p:sp>
        <p:nvSpPr>
          <p:cNvPr id="4" name="Textplatzhalter 3">
            <a:extLst>
              <a:ext uri="{FF2B5EF4-FFF2-40B4-BE49-F238E27FC236}">
                <a16:creationId xmlns:a16="http://schemas.microsoft.com/office/drawing/2014/main" id="{7FE65A67-333E-9FDE-3F4D-6F1490CD05E1}"/>
              </a:ext>
            </a:extLst>
          </p:cNvPr>
          <p:cNvSpPr>
            <a:spLocks noGrp="1"/>
          </p:cNvSpPr>
          <p:nvPr>
            <p:ph type="body" sz="quarter" idx="49"/>
          </p:nvPr>
        </p:nvSpPr>
        <p:spPr>
          <a:xfrm>
            <a:off x="2888314" y="4416565"/>
            <a:ext cx="1877575" cy="506399"/>
          </a:xfrm>
        </p:spPr>
        <p:txBody>
          <a:bodyPr rtlCol="0"/>
          <a:lstStyle>
            <a:defPPr>
              <a:defRPr lang="de-DE"/>
            </a:defPPr>
          </a:lstStyle>
          <a:p>
            <a:pPr rtl="0"/>
            <a:r>
              <a:rPr lang="de-DE"/>
              <a:t>Marketing</a:t>
            </a:r>
          </a:p>
        </p:txBody>
      </p:sp>
      <p:sp>
        <p:nvSpPr>
          <p:cNvPr id="5" name="Textplatzhalter 4">
            <a:extLst>
              <a:ext uri="{FF2B5EF4-FFF2-40B4-BE49-F238E27FC236}">
                <a16:creationId xmlns:a16="http://schemas.microsoft.com/office/drawing/2014/main" id="{B22062A9-5744-3D05-4BE8-6760FE725BFD}"/>
              </a:ext>
            </a:extLst>
          </p:cNvPr>
          <p:cNvSpPr>
            <a:spLocks noGrp="1"/>
          </p:cNvSpPr>
          <p:nvPr>
            <p:ph type="body" sz="quarter" idx="50"/>
          </p:nvPr>
        </p:nvSpPr>
        <p:spPr>
          <a:xfrm>
            <a:off x="2979171" y="5007731"/>
            <a:ext cx="1691687" cy="811178"/>
          </a:xfrm>
        </p:spPr>
        <p:txBody>
          <a:bodyPr rtlCol="0"/>
          <a:lstStyle>
            <a:defPPr>
              <a:defRPr lang="de-DE"/>
            </a:defPPr>
          </a:lstStyle>
          <a:p>
            <a:pPr rtl="0"/>
            <a:r>
              <a:rPr lang="de-DE"/>
              <a:t>Standardisiert verbreiten </a:t>
            </a:r>
          </a:p>
          <a:p>
            <a:pPr rtl="0"/>
            <a:r>
              <a:rPr lang="de-DE"/>
              <a:t>Metriken</a:t>
            </a:r>
          </a:p>
          <a:p>
            <a:pPr rtl="0"/>
            <a:endParaRPr lang="de-DE" altLang="zh-CN"/>
          </a:p>
          <a:p>
            <a:pPr rtl="0"/>
            <a:endParaRPr lang="de-DE"/>
          </a:p>
        </p:txBody>
      </p:sp>
      <p:pic>
        <p:nvPicPr>
          <p:cNvPr id="33" name="Bildplatzhalter 11" descr="Layout von Website-Designskizzen auf weißem Papier">
            <a:extLst>
              <a:ext uri="{FF2B5EF4-FFF2-40B4-BE49-F238E27FC236}">
                <a16:creationId xmlns:a16="http://schemas.microsoft.com/office/drawing/2014/main" id="{DF0C753D-68D4-E5C0-7B57-6CDF7C66BAFB}"/>
              </a:ext>
            </a:extLst>
          </p:cNvPr>
          <p:cNvPicPr>
            <a:picLocks noGrp="1" noChangeAspect="1"/>
          </p:cNvPicPr>
          <p:nvPr>
            <p:ph type="pic" sz="quarter" idx="59"/>
          </p:nvPr>
        </p:nvPicPr>
        <p:blipFill>
          <a:blip r:embed="rId5" cstate="print">
            <a:extLst>
              <a:ext uri="{28A0092B-C50C-407E-A947-70E740481C1C}">
                <a14:useLocalDpi xmlns:a14="http://schemas.microsoft.com/office/drawing/2010/main"/>
              </a:ext>
            </a:extLst>
          </a:blip>
          <a:srcRect l="11" r="11"/>
          <a:stretch/>
        </p:blipFill>
        <p:spPr>
          <a:xfrm>
            <a:off x="5235410" y="2073439"/>
            <a:ext cx="1621032" cy="1841551"/>
          </a:xfrm>
        </p:spPr>
      </p:pic>
      <p:sp>
        <p:nvSpPr>
          <p:cNvPr id="6" name="Textplatzhalter 5">
            <a:extLst>
              <a:ext uri="{FF2B5EF4-FFF2-40B4-BE49-F238E27FC236}">
                <a16:creationId xmlns:a16="http://schemas.microsoft.com/office/drawing/2014/main" id="{FA441FB1-32FD-977D-CFCB-8217F9BBCF47}"/>
              </a:ext>
            </a:extLst>
          </p:cNvPr>
          <p:cNvSpPr>
            <a:spLocks noGrp="1"/>
          </p:cNvSpPr>
          <p:nvPr>
            <p:ph type="body" sz="quarter" idx="51"/>
          </p:nvPr>
        </p:nvSpPr>
        <p:spPr>
          <a:xfrm>
            <a:off x="5073898" y="4416565"/>
            <a:ext cx="1877575" cy="506399"/>
          </a:xfrm>
        </p:spPr>
        <p:txBody>
          <a:bodyPr rtlCol="0"/>
          <a:lstStyle>
            <a:defPPr>
              <a:defRPr lang="de-DE"/>
            </a:defPPr>
          </a:lstStyle>
          <a:p>
            <a:pPr rtl="0"/>
            <a:r>
              <a:rPr lang="de-DE"/>
              <a:t>Design</a:t>
            </a:r>
          </a:p>
        </p:txBody>
      </p:sp>
      <p:sp>
        <p:nvSpPr>
          <p:cNvPr id="7" name="Textplatzhalter 6">
            <a:extLst>
              <a:ext uri="{FF2B5EF4-FFF2-40B4-BE49-F238E27FC236}">
                <a16:creationId xmlns:a16="http://schemas.microsoft.com/office/drawing/2014/main" id="{87A41C38-8994-77B4-37B3-A6684D71C50F}"/>
              </a:ext>
            </a:extLst>
          </p:cNvPr>
          <p:cNvSpPr>
            <a:spLocks noGrp="1"/>
          </p:cNvSpPr>
          <p:nvPr>
            <p:ph type="body" sz="quarter" idx="52"/>
          </p:nvPr>
        </p:nvSpPr>
        <p:spPr>
          <a:xfrm>
            <a:off x="5164755" y="5007731"/>
            <a:ext cx="1691687" cy="811178"/>
          </a:xfrm>
        </p:spPr>
        <p:txBody>
          <a:bodyPr rtlCol="0"/>
          <a:lstStyle>
            <a:defPPr>
              <a:defRPr lang="de-DE"/>
            </a:defPPr>
          </a:lstStyle>
          <a:p>
            <a:pPr rtl="0"/>
            <a:r>
              <a:rPr lang="de-DE"/>
              <a:t>Koordinate</a:t>
            </a:r>
          </a:p>
          <a:p>
            <a:pPr rtl="0"/>
            <a:r>
              <a:rPr lang="de-DE"/>
              <a:t>E-Business-Anwendungen</a:t>
            </a:r>
          </a:p>
          <a:p>
            <a:pPr rtl="0"/>
            <a:endParaRPr lang="de-DE"/>
          </a:p>
        </p:txBody>
      </p:sp>
      <p:pic>
        <p:nvPicPr>
          <p:cNvPr id="32" name="Bildplatzhalter 13" descr="Leere Bürostühle">
            <a:extLst>
              <a:ext uri="{FF2B5EF4-FFF2-40B4-BE49-F238E27FC236}">
                <a16:creationId xmlns:a16="http://schemas.microsoft.com/office/drawing/2014/main" id="{C5A00248-FB97-E78F-F875-284202D71324}"/>
              </a:ext>
            </a:extLst>
          </p:cNvPr>
          <p:cNvPicPr>
            <a:picLocks noGrp="1" noChangeAspect="1"/>
          </p:cNvPicPr>
          <p:nvPr>
            <p:ph type="pic" sz="quarter" idx="60"/>
          </p:nvPr>
        </p:nvPicPr>
        <p:blipFill>
          <a:blip r:embed="rId6" cstate="print">
            <a:extLst>
              <a:ext uri="{28A0092B-C50C-407E-A947-70E740481C1C}">
                <a14:useLocalDpi xmlns:a14="http://schemas.microsoft.com/office/drawing/2010/main"/>
              </a:ext>
            </a:extLst>
          </a:blip>
          <a:srcRect l="11" r="11"/>
          <a:stretch/>
        </p:blipFill>
        <p:spPr>
          <a:xfrm>
            <a:off x="7361474" y="2073439"/>
            <a:ext cx="1621032" cy="1841551"/>
          </a:xfrm>
        </p:spPr>
      </p:pic>
      <p:sp>
        <p:nvSpPr>
          <p:cNvPr id="8" name="Textplatzhalter 7">
            <a:extLst>
              <a:ext uri="{FF2B5EF4-FFF2-40B4-BE49-F238E27FC236}">
                <a16:creationId xmlns:a16="http://schemas.microsoft.com/office/drawing/2014/main" id="{8191C3C8-C0E0-3CDB-4135-0B495B273F9B}"/>
              </a:ext>
            </a:extLst>
          </p:cNvPr>
          <p:cNvSpPr>
            <a:spLocks noGrp="1"/>
          </p:cNvSpPr>
          <p:nvPr>
            <p:ph type="body" sz="quarter" idx="53"/>
          </p:nvPr>
        </p:nvSpPr>
        <p:spPr>
          <a:xfrm>
            <a:off x="7259482" y="4416565"/>
            <a:ext cx="1877575" cy="506399"/>
          </a:xfrm>
        </p:spPr>
        <p:txBody>
          <a:bodyPr rtlCol="0"/>
          <a:lstStyle>
            <a:defPPr>
              <a:defRPr lang="de-DE"/>
            </a:defPPr>
          </a:lstStyle>
          <a:p>
            <a:pPr rtl="0"/>
            <a:r>
              <a:rPr lang="de-DE"/>
              <a:t>Strategie</a:t>
            </a:r>
          </a:p>
        </p:txBody>
      </p:sp>
      <p:sp>
        <p:nvSpPr>
          <p:cNvPr id="9" name="Textplatzhalter 8">
            <a:extLst>
              <a:ext uri="{FF2B5EF4-FFF2-40B4-BE49-F238E27FC236}">
                <a16:creationId xmlns:a16="http://schemas.microsoft.com/office/drawing/2014/main" id="{A0E1F4B1-2124-6C9A-E0AB-5FF2D01BBC41}"/>
              </a:ext>
            </a:extLst>
          </p:cNvPr>
          <p:cNvSpPr>
            <a:spLocks noGrp="1"/>
          </p:cNvSpPr>
          <p:nvPr>
            <p:ph type="body" sz="quarter" idx="54"/>
          </p:nvPr>
        </p:nvSpPr>
        <p:spPr>
          <a:xfrm>
            <a:off x="7350339" y="5007731"/>
            <a:ext cx="1691687" cy="811178"/>
          </a:xfrm>
        </p:spPr>
        <p:txBody>
          <a:bodyPr rtlCol="0"/>
          <a:lstStyle>
            <a:defPPr>
              <a:defRPr lang="de-DE"/>
            </a:defPPr>
          </a:lstStyle>
          <a:p>
            <a:pPr rtl="0"/>
            <a:r>
              <a:rPr lang="de-DE"/>
              <a:t>Ganzheitlich überlegene Methoden fördern</a:t>
            </a:r>
          </a:p>
          <a:p>
            <a:pPr rtl="0"/>
            <a:endParaRPr lang="de-DE"/>
          </a:p>
        </p:txBody>
      </p:sp>
      <p:pic>
        <p:nvPicPr>
          <p:cNvPr id="29" name="Bildplatzhalter 89" descr="Menschen an einem Tisch mit ihren Laptops">
            <a:extLst>
              <a:ext uri="{FF2B5EF4-FFF2-40B4-BE49-F238E27FC236}">
                <a16:creationId xmlns:a16="http://schemas.microsoft.com/office/drawing/2014/main" id="{22E5746D-BE00-C231-F505-973975B98BC8}"/>
              </a:ext>
            </a:extLst>
          </p:cNvPr>
          <p:cNvPicPr>
            <a:picLocks noGrp="1" noChangeAspect="1"/>
          </p:cNvPicPr>
          <p:nvPr>
            <p:ph type="pic" sz="quarter" idx="61"/>
          </p:nvPr>
        </p:nvPicPr>
        <p:blipFill rotWithShape="1">
          <a:blip r:embed="rId7" cstate="print">
            <a:extLst>
              <a:ext uri="{28A0092B-C50C-407E-A947-70E740481C1C}">
                <a14:useLocalDpi xmlns:a14="http://schemas.microsoft.com/office/drawing/2010/main"/>
              </a:ext>
            </a:extLst>
          </a:blip>
          <a:srcRect t="38" b="38"/>
          <a:stretch/>
        </p:blipFill>
        <p:spPr>
          <a:xfrm>
            <a:off x="9487536" y="2073439"/>
            <a:ext cx="1621032" cy="1841551"/>
          </a:xfrm>
        </p:spPr>
      </p:pic>
      <p:sp>
        <p:nvSpPr>
          <p:cNvPr id="10" name="Textplatzhalter 9">
            <a:extLst>
              <a:ext uri="{FF2B5EF4-FFF2-40B4-BE49-F238E27FC236}">
                <a16:creationId xmlns:a16="http://schemas.microsoft.com/office/drawing/2014/main" id="{E203F197-0195-A43B-2C57-AB0BCDBBC427}"/>
              </a:ext>
            </a:extLst>
          </p:cNvPr>
          <p:cNvSpPr>
            <a:spLocks noGrp="1"/>
          </p:cNvSpPr>
          <p:nvPr>
            <p:ph type="body" sz="quarter" idx="55"/>
          </p:nvPr>
        </p:nvSpPr>
        <p:spPr>
          <a:xfrm>
            <a:off x="9445066" y="4416565"/>
            <a:ext cx="1877575" cy="506399"/>
          </a:xfrm>
        </p:spPr>
        <p:txBody>
          <a:bodyPr rtlCol="0"/>
          <a:lstStyle>
            <a:defPPr>
              <a:defRPr lang="de-DE"/>
            </a:defPPr>
          </a:lstStyle>
          <a:p>
            <a:pPr rtl="0"/>
            <a:r>
              <a:rPr lang="de-DE"/>
              <a:t>Produktstart</a:t>
            </a:r>
          </a:p>
        </p:txBody>
      </p:sp>
      <p:sp>
        <p:nvSpPr>
          <p:cNvPr id="11" name="Textplatzhalter 10">
            <a:extLst>
              <a:ext uri="{FF2B5EF4-FFF2-40B4-BE49-F238E27FC236}">
                <a16:creationId xmlns:a16="http://schemas.microsoft.com/office/drawing/2014/main" id="{4DDD9A0A-BE07-B256-09B2-C1C60366ECD0}"/>
              </a:ext>
            </a:extLst>
          </p:cNvPr>
          <p:cNvSpPr>
            <a:spLocks noGrp="1"/>
          </p:cNvSpPr>
          <p:nvPr>
            <p:ph type="body" sz="quarter" idx="56"/>
          </p:nvPr>
        </p:nvSpPr>
        <p:spPr>
          <a:xfrm>
            <a:off x="9274797" y="5007730"/>
            <a:ext cx="2218112" cy="1029085"/>
          </a:xfrm>
        </p:spPr>
        <p:txBody>
          <a:bodyPr rtlCol="0"/>
          <a:lstStyle>
            <a:defPPr>
              <a:defRPr lang="de-DE"/>
            </a:defPPr>
          </a:lstStyle>
          <a:p>
            <a:pPr rtl="0"/>
            <a:r>
              <a:rPr lang="de-DE"/>
              <a:t>Bereitstellen von strategischen Netzwerken mit überzeugenden</a:t>
            </a:r>
          </a:p>
          <a:p>
            <a:pPr rtl="0"/>
            <a:r>
              <a:rPr lang="de-DE"/>
              <a:t>e-Business Anforderungen</a:t>
            </a:r>
          </a:p>
          <a:p>
            <a:pPr rtl="0"/>
            <a:endParaRPr lang="de-DE" altLang="zh-CN"/>
          </a:p>
          <a:p>
            <a:pPr rtl="0"/>
            <a:endParaRPr lang="de-DE"/>
          </a:p>
        </p:txBody>
      </p:sp>
      <p:sp>
        <p:nvSpPr>
          <p:cNvPr id="18" name="Fußzeilenplatzhalter 17">
            <a:extLst>
              <a:ext uri="{FF2B5EF4-FFF2-40B4-BE49-F238E27FC236}">
                <a16:creationId xmlns:a16="http://schemas.microsoft.com/office/drawing/2014/main" id="{3C4058BD-8FE5-6A94-927D-47A49DA1E8B0}"/>
              </a:ext>
            </a:extLst>
          </p:cNvPr>
          <p:cNvSpPr>
            <a:spLocks noGrp="1"/>
          </p:cNvSpPr>
          <p:nvPr>
            <p:ph type="ftr" sz="quarter" idx="62"/>
          </p:nvPr>
        </p:nvSpPr>
        <p:spPr>
          <a:xfrm>
            <a:off x="484632" y="6217920"/>
            <a:ext cx="4114800" cy="365125"/>
          </a:xfrm>
        </p:spPr>
        <p:txBody>
          <a:bodyPr rtlCol="0"/>
          <a:lstStyle>
            <a:defPPr>
              <a:defRPr lang="de-DE"/>
            </a:defPPr>
          </a:lstStyle>
          <a:p>
            <a:pPr rtl="0"/>
            <a:r>
              <a:rPr lang="de-DE" noProof="0"/>
              <a:t>Präsentationstitel</a:t>
            </a:r>
          </a:p>
        </p:txBody>
      </p:sp>
    </p:spTree>
    <p:extLst>
      <p:ext uri="{BB962C8B-B14F-4D97-AF65-F5344CB8AC3E}">
        <p14:creationId xmlns:p14="http://schemas.microsoft.com/office/powerpoint/2010/main" val="29973781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Titel 59">
            <a:extLst>
              <a:ext uri="{FF2B5EF4-FFF2-40B4-BE49-F238E27FC236}">
                <a16:creationId xmlns:a16="http://schemas.microsoft.com/office/drawing/2014/main" id="{0031CE36-F77D-3964-C169-771DBA49D28A}"/>
              </a:ext>
            </a:extLst>
          </p:cNvPr>
          <p:cNvSpPr>
            <a:spLocks noGrp="1"/>
          </p:cNvSpPr>
          <p:nvPr>
            <p:ph type="title"/>
          </p:nvPr>
        </p:nvSpPr>
        <p:spPr/>
        <p:txBody>
          <a:bodyPr rtlCol="0"/>
          <a:lstStyle>
            <a:defPPr>
              <a:defRPr lang="de-DE"/>
            </a:defPPr>
          </a:lstStyle>
          <a:p>
            <a:pPr rtl="0"/>
            <a:r>
              <a:rPr lang="de-DE"/>
              <a:t>Schwerpunkte</a:t>
            </a:r>
          </a:p>
        </p:txBody>
      </p:sp>
      <p:pic>
        <p:nvPicPr>
          <p:cNvPr id="26" name="Bildplatzhalter 25" descr="Layout von Website-Designskizzen auf weißem Papier">
            <a:extLst>
              <a:ext uri="{FF2B5EF4-FFF2-40B4-BE49-F238E27FC236}">
                <a16:creationId xmlns:a16="http://schemas.microsoft.com/office/drawing/2014/main" id="{4CBFAFCC-A306-4EA1-BEE3-7557795635A8}"/>
              </a:ext>
            </a:extLst>
          </p:cNvPr>
          <p:cNvPicPr>
            <a:picLocks noGrp="1" noChangeAspect="1"/>
          </p:cNvPicPr>
          <p:nvPr>
            <p:ph type="pic" sz="quarter" idx="51"/>
          </p:nvPr>
        </p:nvPicPr>
        <p:blipFill>
          <a:blip r:embed="rId3" cstate="print">
            <a:extLst>
              <a:ext uri="{28A0092B-C50C-407E-A947-70E740481C1C}">
                <a14:useLocalDpi xmlns:a14="http://schemas.microsoft.com/office/drawing/2010/main"/>
              </a:ext>
            </a:extLst>
          </a:blip>
          <a:srcRect/>
          <a:stretch>
            <a:fillRect/>
          </a:stretch>
        </p:blipFill>
        <p:spPr/>
      </p:pic>
      <p:sp>
        <p:nvSpPr>
          <p:cNvPr id="37" name="Textplatzhalter 36">
            <a:extLst>
              <a:ext uri="{FF2B5EF4-FFF2-40B4-BE49-F238E27FC236}">
                <a16:creationId xmlns:a16="http://schemas.microsoft.com/office/drawing/2014/main" id="{16D3C8BC-FB28-3127-D29E-D4195120A3CA}"/>
              </a:ext>
            </a:extLst>
          </p:cNvPr>
          <p:cNvSpPr>
            <a:spLocks noGrp="1"/>
          </p:cNvSpPr>
          <p:nvPr>
            <p:ph type="body" sz="quarter" idx="27"/>
          </p:nvPr>
        </p:nvSpPr>
        <p:spPr/>
        <p:txBody>
          <a:bodyPr rtlCol="0"/>
          <a:lstStyle>
            <a:defPPr>
              <a:defRPr lang="de-DE"/>
            </a:defPPr>
          </a:lstStyle>
          <a:p>
            <a:pPr rtl="0"/>
            <a:r>
              <a:rPr lang="de-DE"/>
              <a:t>B2B Marktszenarien</a:t>
            </a:r>
          </a:p>
        </p:txBody>
      </p:sp>
      <p:sp>
        <p:nvSpPr>
          <p:cNvPr id="43" name="Textplatzhalter 42">
            <a:extLst>
              <a:ext uri="{FF2B5EF4-FFF2-40B4-BE49-F238E27FC236}">
                <a16:creationId xmlns:a16="http://schemas.microsoft.com/office/drawing/2014/main" id="{520E98B6-7B33-8FD4-A662-31DD4B85E22E}"/>
              </a:ext>
            </a:extLst>
          </p:cNvPr>
          <p:cNvSpPr>
            <a:spLocks noGrp="1"/>
          </p:cNvSpPr>
          <p:nvPr>
            <p:ph type="body" sz="quarter" idx="28"/>
          </p:nvPr>
        </p:nvSpPr>
        <p:spPr>
          <a:xfrm>
            <a:off x="4550705" y="4246516"/>
            <a:ext cx="2653545" cy="2334274"/>
          </a:xfrm>
        </p:spPr>
        <p:txBody>
          <a:bodyPr rtlCol="0"/>
          <a:lstStyle>
            <a:defPPr>
              <a:defRPr lang="de-DE"/>
            </a:defPPr>
          </a:lstStyle>
          <a:p>
            <a:pPr rtl="0"/>
            <a:r>
              <a:rPr lang="de-DE"/>
              <a:t>Gewinnstrategien entwickeln, um der Konkurrenz einen Schritt voraus zu sein </a:t>
            </a:r>
          </a:p>
          <a:p>
            <a:pPr rtl="0"/>
            <a:endParaRPr lang="de-DE"/>
          </a:p>
          <a:p>
            <a:pPr rtl="0"/>
            <a:r>
              <a:rPr lang="de-DE"/>
              <a:t>Leicht zu erzielende Ergebnisse nutzen, um einen ungefähren Wert zu ermitteln</a:t>
            </a:r>
          </a:p>
          <a:p>
            <a:pPr rtl="0"/>
            <a:endParaRPr lang="de-DE"/>
          </a:p>
          <a:p>
            <a:pPr rtl="0"/>
            <a:r>
              <a:rPr lang="de-DE"/>
              <a:t>Kundenorientierte Konvergenz visualisieren</a:t>
            </a:r>
          </a:p>
          <a:p>
            <a:pPr rtl="0"/>
            <a:endParaRPr lang="de-DE"/>
          </a:p>
        </p:txBody>
      </p:sp>
      <p:sp>
        <p:nvSpPr>
          <p:cNvPr id="35" name="Textplatzhalter 34">
            <a:extLst>
              <a:ext uri="{FF2B5EF4-FFF2-40B4-BE49-F238E27FC236}">
                <a16:creationId xmlns:a16="http://schemas.microsoft.com/office/drawing/2014/main" id="{2C8E94EA-2767-D144-C1BB-32AA2C99723B}"/>
              </a:ext>
            </a:extLst>
          </p:cNvPr>
          <p:cNvSpPr>
            <a:spLocks noGrp="1"/>
          </p:cNvSpPr>
          <p:nvPr>
            <p:ph type="body" sz="quarter" idx="52"/>
          </p:nvPr>
        </p:nvSpPr>
        <p:spPr>
          <a:xfrm>
            <a:off x="7811506" y="3625598"/>
            <a:ext cx="3054968" cy="587964"/>
          </a:xfrm>
        </p:spPr>
        <p:txBody>
          <a:bodyPr rtlCol="0"/>
          <a:lstStyle>
            <a:defPPr>
              <a:defRPr lang="de-DE"/>
            </a:defPPr>
          </a:lstStyle>
          <a:p>
            <a:pPr rtl="0"/>
            <a:r>
              <a:rPr lang="de-DE">
                <a:effectLst/>
              </a:rPr>
              <a:t>Cloudbasierte Möglichkeiten</a:t>
            </a:r>
            <a:endParaRPr lang="de-DE"/>
          </a:p>
        </p:txBody>
      </p:sp>
      <p:sp>
        <p:nvSpPr>
          <p:cNvPr id="44" name="Textplatzhalter 43">
            <a:extLst>
              <a:ext uri="{FF2B5EF4-FFF2-40B4-BE49-F238E27FC236}">
                <a16:creationId xmlns:a16="http://schemas.microsoft.com/office/drawing/2014/main" id="{78466807-A2DA-EC5D-ACDE-B83D6F7169EA}"/>
              </a:ext>
            </a:extLst>
          </p:cNvPr>
          <p:cNvSpPr>
            <a:spLocks noGrp="1"/>
          </p:cNvSpPr>
          <p:nvPr>
            <p:ph type="body" sz="quarter" idx="53"/>
          </p:nvPr>
        </p:nvSpPr>
        <p:spPr/>
        <p:txBody>
          <a:bodyPr rtlCol="0"/>
          <a:lstStyle>
            <a:defPPr>
              <a:defRPr lang="de-DE"/>
            </a:defPPr>
          </a:lstStyle>
          <a:p>
            <a:pPr rtl="0"/>
            <a:r>
              <a:rPr lang="de-DE"/>
              <a:t>Iterative Ansätze zur Unternehmensstrategie</a:t>
            </a:r>
          </a:p>
          <a:p>
            <a:pPr rtl="0"/>
            <a:endParaRPr lang="de-DE"/>
          </a:p>
          <a:p>
            <a:pPr rtl="0"/>
            <a:r>
              <a:rPr lang="de-DE"/>
              <a:t>Einen Management-Rahmen von innen etablieren</a:t>
            </a:r>
          </a:p>
          <a:p>
            <a:pPr rtl="0"/>
            <a:endParaRPr lang="de-DE"/>
          </a:p>
        </p:txBody>
      </p:sp>
      <p:sp>
        <p:nvSpPr>
          <p:cNvPr id="11" name="Foliennummernplatzhalter 13">
            <a:extLst>
              <a:ext uri="{FF2B5EF4-FFF2-40B4-BE49-F238E27FC236}">
                <a16:creationId xmlns:a16="http://schemas.microsoft.com/office/drawing/2014/main" id="{930FF33C-2E3C-37EC-75C2-1BE4513D9B62}"/>
              </a:ext>
            </a:extLst>
          </p:cNvPr>
          <p:cNvSpPr txBox="1">
            <a:spLocks/>
          </p:cNvSpPr>
          <p:nvPr/>
        </p:nvSpPr>
        <p:spPr>
          <a:xfrm>
            <a:off x="11194169" y="6215665"/>
            <a:ext cx="458592" cy="365125"/>
          </a:xfrm>
          <a:prstGeom prst="rect">
            <a:avLst/>
          </a:prstGeom>
        </p:spPr>
        <p:txBody>
          <a:bodyPr rtlCol="0" anchor="ctr"/>
          <a:lstStyle>
            <a:defPPr>
              <a:defRPr lang="de-DE"/>
            </a:defPPr>
            <a:lvl1pPr marL="0" algn="ctr" defTabSz="914400" rtl="0" eaLnBrk="1" latinLnBrk="0" hangingPunct="1">
              <a:defRPr lang="de-DE" sz="1200" b="0" i="0" kern="1200">
                <a:solidFill>
                  <a:schemeClr val="tx1"/>
                </a:solidFill>
                <a:latin typeface="Abadi" panose="020B0604020104020204" pitchFamily="34" charset="0"/>
                <a:ea typeface="+mn-ea"/>
                <a:cs typeface="+mn-cs"/>
              </a:defRPr>
            </a:lvl1pPr>
            <a:lvl2pPr marL="457200" algn="l" defTabSz="914400" rtl="0" eaLnBrk="1" latinLnBrk="0" hangingPunct="1">
              <a:defRPr lang="de-DE" sz="1800" kern="1200">
                <a:solidFill>
                  <a:schemeClr val="tx1"/>
                </a:solidFill>
                <a:latin typeface="+mn-lt"/>
                <a:ea typeface="+mn-ea"/>
                <a:cs typeface="+mn-cs"/>
              </a:defRPr>
            </a:lvl2pPr>
            <a:lvl3pPr marL="914400" algn="l" defTabSz="914400" rtl="0" eaLnBrk="1" latinLnBrk="0" hangingPunct="1">
              <a:defRPr lang="de-DE" sz="1800" kern="1200">
                <a:solidFill>
                  <a:schemeClr val="tx1"/>
                </a:solidFill>
                <a:latin typeface="+mn-lt"/>
                <a:ea typeface="+mn-ea"/>
                <a:cs typeface="+mn-cs"/>
              </a:defRPr>
            </a:lvl3pPr>
            <a:lvl4pPr marL="1371600" algn="l" defTabSz="914400" rtl="0" eaLnBrk="1" latinLnBrk="0" hangingPunct="1">
              <a:defRPr lang="de-DE" sz="1800" kern="1200">
                <a:solidFill>
                  <a:schemeClr val="tx1"/>
                </a:solidFill>
                <a:latin typeface="+mn-lt"/>
                <a:ea typeface="+mn-ea"/>
                <a:cs typeface="+mn-cs"/>
              </a:defRPr>
            </a:lvl4pPr>
            <a:lvl5pPr marL="1828800" algn="l" defTabSz="914400" rtl="0" eaLnBrk="1" latinLnBrk="0" hangingPunct="1">
              <a:defRPr lang="de-DE" sz="1800" kern="1200">
                <a:solidFill>
                  <a:schemeClr val="tx1"/>
                </a:solidFill>
                <a:latin typeface="+mn-lt"/>
                <a:ea typeface="+mn-ea"/>
                <a:cs typeface="+mn-cs"/>
              </a:defRPr>
            </a:lvl5pPr>
            <a:lvl6pPr marL="2286000" algn="l" defTabSz="914400" rtl="0" eaLnBrk="1" latinLnBrk="0" hangingPunct="1">
              <a:defRPr lang="de-DE" sz="1800" kern="1200">
                <a:solidFill>
                  <a:schemeClr val="tx1"/>
                </a:solidFill>
                <a:latin typeface="+mn-lt"/>
                <a:ea typeface="+mn-ea"/>
                <a:cs typeface="+mn-cs"/>
              </a:defRPr>
            </a:lvl6pPr>
            <a:lvl7pPr marL="2743200" algn="l" defTabSz="914400" rtl="0" eaLnBrk="1" latinLnBrk="0" hangingPunct="1">
              <a:defRPr lang="de-DE" sz="1800" kern="1200">
                <a:solidFill>
                  <a:schemeClr val="tx1"/>
                </a:solidFill>
                <a:latin typeface="+mn-lt"/>
                <a:ea typeface="+mn-ea"/>
                <a:cs typeface="+mn-cs"/>
              </a:defRPr>
            </a:lvl7pPr>
            <a:lvl8pPr marL="3200400" algn="l" defTabSz="914400" rtl="0" eaLnBrk="1" latinLnBrk="0" hangingPunct="1">
              <a:defRPr lang="de-DE" sz="1800" kern="1200">
                <a:solidFill>
                  <a:schemeClr val="tx1"/>
                </a:solidFill>
                <a:latin typeface="+mn-lt"/>
                <a:ea typeface="+mn-ea"/>
                <a:cs typeface="+mn-cs"/>
              </a:defRPr>
            </a:lvl8pPr>
            <a:lvl9pPr marL="3657600" algn="l" defTabSz="914400" rtl="0" eaLnBrk="1" latinLnBrk="0" hangingPunct="1">
              <a:defRPr lang="de-DE"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lang="de-DE"/>
            </a:pPr>
            <a:fld id="{47FEACEE-25B4-4A2D-B147-27296E36371D}" type="slidenum">
              <a:rPr kumimoji="0" lang="de-DE"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lang="de-DE"/>
              </a:pPr>
              <a:t>19</a:t>
            </a:fld>
            <a:endParaRPr kumimoji="0" lang="de-DE" altLang="zh-CN" sz="1200" u="none" strike="noStrike" kern="1200" cap="none" spc="0" normalizeH="0" baseline="0">
              <a:ln>
                <a:noFill/>
              </a:ln>
              <a:solidFill>
                <a:schemeClr val="bg1"/>
              </a:solidFill>
              <a:effectLst/>
              <a:uLnTx/>
              <a:uFillTx/>
            </a:endParaRPr>
          </a:p>
        </p:txBody>
      </p:sp>
    </p:spTree>
    <p:extLst>
      <p:ext uri="{BB962C8B-B14F-4D97-AF65-F5344CB8AC3E}">
        <p14:creationId xmlns:p14="http://schemas.microsoft.com/office/powerpoint/2010/main" val="41821480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el 7">
            <a:extLst>
              <a:ext uri="{FF2B5EF4-FFF2-40B4-BE49-F238E27FC236}">
                <a16:creationId xmlns:a16="http://schemas.microsoft.com/office/drawing/2014/main" id="{721E73BA-53B9-C0C1-476A-00736A64AB79}"/>
              </a:ext>
            </a:extLst>
          </p:cNvPr>
          <p:cNvSpPr>
            <a:spLocks noGrp="1"/>
          </p:cNvSpPr>
          <p:nvPr>
            <p:ph type="title"/>
          </p:nvPr>
        </p:nvSpPr>
        <p:spPr/>
        <p:txBody>
          <a:bodyPr rtlCol="0"/>
          <a:lstStyle>
            <a:defPPr>
              <a:defRPr lang="de-DE"/>
            </a:defPPr>
          </a:lstStyle>
          <a:p>
            <a:pPr rtl="0"/>
            <a:r>
              <a:rPr lang="de-DE"/>
              <a:t>Wie wir dorthin kommen</a:t>
            </a:r>
          </a:p>
        </p:txBody>
      </p:sp>
      <p:pic>
        <p:nvPicPr>
          <p:cNvPr id="192" name="Bildplatzhalter 191" descr="Abakus mit fester Füllung">
            <a:extLst>
              <a:ext uri="{FF2B5EF4-FFF2-40B4-BE49-F238E27FC236}">
                <a16:creationId xmlns:a16="http://schemas.microsoft.com/office/drawing/2014/main" id="{03D5E3D1-D423-EF5A-EE43-00CF1BD7FF63}"/>
              </a:ext>
            </a:extLst>
          </p:cNvPr>
          <p:cNvPicPr>
            <a:picLocks noGrp="1" noChangeAspect="1"/>
          </p:cNvPicPr>
          <p:nvPr>
            <p:ph type="pic" sz="quarter" idx="36"/>
          </p:nvPr>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5182" r="5182"/>
          <a:stretch>
            <a:fillRect/>
          </a:stretch>
        </p:blipFill>
        <p:spPr/>
      </p:pic>
      <p:sp>
        <p:nvSpPr>
          <p:cNvPr id="9" name="Textplatzhalter 8">
            <a:extLst>
              <a:ext uri="{FF2B5EF4-FFF2-40B4-BE49-F238E27FC236}">
                <a16:creationId xmlns:a16="http://schemas.microsoft.com/office/drawing/2014/main" id="{FA96FE97-5E27-FC36-5E3A-511A31E6C789}"/>
              </a:ext>
            </a:extLst>
          </p:cNvPr>
          <p:cNvSpPr>
            <a:spLocks noGrp="1"/>
          </p:cNvSpPr>
          <p:nvPr>
            <p:ph type="body" sz="quarter" idx="27"/>
          </p:nvPr>
        </p:nvSpPr>
        <p:spPr/>
        <p:txBody>
          <a:bodyPr rtlCol="0"/>
          <a:lstStyle>
            <a:defPPr>
              <a:defRPr lang="de-DE"/>
            </a:defPPr>
          </a:lstStyle>
          <a:p>
            <a:pPr rtl="0"/>
            <a:r>
              <a:rPr lang="de-DE"/>
              <a:t>ROI</a:t>
            </a:r>
          </a:p>
        </p:txBody>
      </p:sp>
      <p:sp>
        <p:nvSpPr>
          <p:cNvPr id="10" name="Textplatzhalter 9">
            <a:extLst>
              <a:ext uri="{FF2B5EF4-FFF2-40B4-BE49-F238E27FC236}">
                <a16:creationId xmlns:a16="http://schemas.microsoft.com/office/drawing/2014/main" id="{4CE5DE1C-24E7-3841-9376-89E91B4A4762}"/>
              </a:ext>
            </a:extLst>
          </p:cNvPr>
          <p:cNvSpPr>
            <a:spLocks noGrp="1"/>
          </p:cNvSpPr>
          <p:nvPr>
            <p:ph type="body" sz="quarter" idx="28"/>
          </p:nvPr>
        </p:nvSpPr>
        <p:spPr/>
        <p:txBody>
          <a:bodyPr rtlCol="0"/>
          <a:lstStyle>
            <a:defPPr>
              <a:defRPr lang="de-DE"/>
            </a:defPPr>
          </a:lstStyle>
          <a:p>
            <a:pPr rtl="0"/>
            <a:r>
              <a:rPr lang="de-DE"/>
              <a:t>Sich multimediale Expertise und medienübergreifende Wachstumsstrategien vorstellen</a:t>
            </a:r>
          </a:p>
          <a:p>
            <a:pPr rtl="0"/>
            <a:r>
              <a:rPr lang="de-DE"/>
              <a:t>Visualisieren von qualitativ hochwertigem geistigem Kapital</a:t>
            </a:r>
          </a:p>
          <a:p>
            <a:pPr rtl="0"/>
            <a:r>
              <a:rPr lang="de-DE"/>
              <a:t>Weltweite Methoden mit webfähigen Technologien nutzen</a:t>
            </a:r>
          </a:p>
          <a:p>
            <a:pPr rtl="0"/>
            <a:endParaRPr lang="de-DE"/>
          </a:p>
        </p:txBody>
      </p:sp>
      <p:pic>
        <p:nvPicPr>
          <p:cNvPr id="194" name="Bildplatzhalter 193" descr="Balkendiagramm mit Aufwärtstrend mit durchgehender Füllung">
            <a:extLst>
              <a:ext uri="{FF2B5EF4-FFF2-40B4-BE49-F238E27FC236}">
                <a16:creationId xmlns:a16="http://schemas.microsoft.com/office/drawing/2014/main" id="{FAB9DE8A-4935-A3E0-0122-F76CDEAC29D1}"/>
              </a:ext>
            </a:extLst>
          </p:cNvPr>
          <p:cNvPicPr>
            <a:picLocks noGrp="1" noChangeAspect="1"/>
          </p:cNvPicPr>
          <p:nvPr>
            <p:ph type="pic" sz="quarter" idx="37"/>
          </p:nvPr>
        </p:nvPicPr>
        <p:blipFill>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rcRect l="2661" r="2661"/>
          <a:stretch>
            <a:fillRect/>
          </a:stretch>
        </p:blipFill>
        <p:spPr/>
      </p:pic>
      <p:sp>
        <p:nvSpPr>
          <p:cNvPr id="11" name="Textplatzhalter 10">
            <a:extLst>
              <a:ext uri="{FF2B5EF4-FFF2-40B4-BE49-F238E27FC236}">
                <a16:creationId xmlns:a16="http://schemas.microsoft.com/office/drawing/2014/main" id="{DC774673-50D8-2D6F-C339-6E4B0A126B06}"/>
              </a:ext>
            </a:extLst>
          </p:cNvPr>
          <p:cNvSpPr>
            <a:spLocks noGrp="1"/>
          </p:cNvSpPr>
          <p:nvPr>
            <p:ph type="body" sz="quarter" idx="29"/>
          </p:nvPr>
        </p:nvSpPr>
        <p:spPr/>
        <p:txBody>
          <a:bodyPr rtlCol="0"/>
          <a:lstStyle>
            <a:defPPr>
              <a:defRPr lang="de-DE"/>
            </a:defPPr>
          </a:lstStyle>
          <a:p>
            <a:pPr rtl="0"/>
            <a:r>
              <a:rPr lang="de-DE"/>
              <a:t>Nischenmärkte</a:t>
            </a:r>
          </a:p>
        </p:txBody>
      </p:sp>
      <p:sp>
        <p:nvSpPr>
          <p:cNvPr id="13" name="Textplatzhalter 12">
            <a:extLst>
              <a:ext uri="{FF2B5EF4-FFF2-40B4-BE49-F238E27FC236}">
                <a16:creationId xmlns:a16="http://schemas.microsoft.com/office/drawing/2014/main" id="{DEB5763E-8BC0-F6C3-3814-6649A828C000}"/>
              </a:ext>
            </a:extLst>
          </p:cNvPr>
          <p:cNvSpPr>
            <a:spLocks noGrp="1"/>
          </p:cNvSpPr>
          <p:nvPr>
            <p:ph type="body" sz="quarter" idx="34"/>
          </p:nvPr>
        </p:nvSpPr>
        <p:spPr/>
        <p:txBody>
          <a:bodyPr rtlCol="0"/>
          <a:lstStyle>
            <a:defPPr>
              <a:defRPr lang="de-DE"/>
            </a:defPPr>
          </a:lstStyle>
          <a:p>
            <a:pPr rtl="0"/>
            <a:r>
              <a:rPr lang="de-DE"/>
              <a:t>Einen skalierbaren Kundenservice durch nachhaltige Strategien verfolgen</a:t>
            </a:r>
          </a:p>
          <a:p>
            <a:pPr rtl="0"/>
            <a:r>
              <a:rPr lang="de-DE"/>
              <a:t>Erstklassige Webdienste mit innovativen Ergebnissen engagieren</a:t>
            </a:r>
          </a:p>
          <a:p>
            <a:pPr rtl="0"/>
            <a:endParaRPr lang="de-DE"/>
          </a:p>
        </p:txBody>
      </p:sp>
      <p:pic>
        <p:nvPicPr>
          <p:cNvPr id="196" name="Bildplatzhalter 195" descr="Link mit fester Füllung">
            <a:extLst>
              <a:ext uri="{FF2B5EF4-FFF2-40B4-BE49-F238E27FC236}">
                <a16:creationId xmlns:a16="http://schemas.microsoft.com/office/drawing/2014/main" id="{B21D7164-3991-2960-0F80-CB302359CD8D}"/>
              </a:ext>
            </a:extLst>
          </p:cNvPr>
          <p:cNvPicPr>
            <a:picLocks noGrp="1" noChangeAspect="1"/>
          </p:cNvPicPr>
          <p:nvPr>
            <p:ph type="pic" sz="quarter" idx="38"/>
          </p:nvPr>
        </p:nvPicPr>
        <p:blipFill>
          <a:blip r:embed="rId7" cstate="print">
            <a:extLst>
              <a:ext uri="{28A0092B-C50C-407E-A947-70E740481C1C}">
                <a14:useLocalDpi xmlns:a14="http://schemas.microsoft.com/office/drawing/2010/main"/>
              </a:ext>
              <a:ext uri="{96DAC541-7B7A-43D3-8B79-37D633B846F1}">
                <asvg:svgBlip xmlns:asvg="http://schemas.microsoft.com/office/drawing/2016/SVG/main" r:embed="rId8"/>
              </a:ext>
            </a:extLst>
          </a:blip>
          <a:srcRect l="2528" r="2528"/>
          <a:stretch>
            <a:fillRect/>
          </a:stretch>
        </p:blipFill>
        <p:spPr/>
      </p:pic>
      <p:sp>
        <p:nvSpPr>
          <p:cNvPr id="12" name="Textplatzhalter 11">
            <a:extLst>
              <a:ext uri="{FF2B5EF4-FFF2-40B4-BE49-F238E27FC236}">
                <a16:creationId xmlns:a16="http://schemas.microsoft.com/office/drawing/2014/main" id="{D3E02E0C-26E8-8160-D35F-2398015C051B}"/>
              </a:ext>
            </a:extLst>
          </p:cNvPr>
          <p:cNvSpPr>
            <a:spLocks noGrp="1"/>
          </p:cNvSpPr>
          <p:nvPr>
            <p:ph type="body" sz="quarter" idx="31"/>
          </p:nvPr>
        </p:nvSpPr>
        <p:spPr/>
        <p:txBody>
          <a:bodyPr rtlCol="0"/>
          <a:lstStyle>
            <a:defPPr>
              <a:defRPr lang="de-DE"/>
            </a:defPPr>
          </a:lstStyle>
          <a:p>
            <a:pPr rtl="0"/>
            <a:r>
              <a:rPr lang="de-DE"/>
              <a:t>Lieferketten</a:t>
            </a:r>
          </a:p>
        </p:txBody>
      </p:sp>
      <p:sp>
        <p:nvSpPr>
          <p:cNvPr id="14" name="Textplatzhalter 13">
            <a:extLst>
              <a:ext uri="{FF2B5EF4-FFF2-40B4-BE49-F238E27FC236}">
                <a16:creationId xmlns:a16="http://schemas.microsoft.com/office/drawing/2014/main" id="{C78180D0-1AB6-8416-0EB1-10648E1A6050}"/>
              </a:ext>
            </a:extLst>
          </p:cNvPr>
          <p:cNvSpPr>
            <a:spLocks noGrp="1"/>
          </p:cNvSpPr>
          <p:nvPr>
            <p:ph type="body" sz="quarter" idx="35"/>
          </p:nvPr>
        </p:nvSpPr>
        <p:spPr/>
        <p:txBody>
          <a:bodyPr rtlCol="0"/>
          <a:lstStyle>
            <a:defPPr>
              <a:defRPr lang="de-DE"/>
            </a:defPPr>
          </a:lstStyle>
          <a:p>
            <a:pPr rtl="0"/>
            <a:r>
              <a:rPr lang="de-DE"/>
              <a:t>Persönlichen Kundenservice mit robusten Ideen kultivieren</a:t>
            </a:r>
          </a:p>
          <a:p>
            <a:pPr rtl="0"/>
            <a:r>
              <a:rPr lang="de-DE"/>
              <a:t>Zeitnahe Ergebnisse für Echtzeit-Schemata maximieren</a:t>
            </a:r>
          </a:p>
        </p:txBody>
      </p:sp>
      <p:sp>
        <p:nvSpPr>
          <p:cNvPr id="15" name="Foliennummernplatzhalter 13">
            <a:extLst>
              <a:ext uri="{FF2B5EF4-FFF2-40B4-BE49-F238E27FC236}">
                <a16:creationId xmlns:a16="http://schemas.microsoft.com/office/drawing/2014/main" id="{55AB7753-4245-72E4-BEDB-33038672BA35}"/>
              </a:ext>
            </a:extLst>
          </p:cNvPr>
          <p:cNvSpPr txBox="1">
            <a:spLocks/>
          </p:cNvSpPr>
          <p:nvPr/>
        </p:nvSpPr>
        <p:spPr>
          <a:xfrm>
            <a:off x="11194169" y="6215665"/>
            <a:ext cx="458592" cy="365125"/>
          </a:xfrm>
          <a:prstGeom prst="rect">
            <a:avLst/>
          </a:prstGeom>
        </p:spPr>
        <p:txBody>
          <a:bodyPr rtlCol="0" anchor="ctr"/>
          <a:lstStyle>
            <a:defPPr>
              <a:defRPr lang="de-DE"/>
            </a:defPPr>
            <a:lvl1pPr marL="0" algn="ctr" defTabSz="914400" rtl="0" eaLnBrk="1" latinLnBrk="0" hangingPunct="1">
              <a:defRPr lang="de-DE" sz="1200" b="0" i="0" kern="1200">
                <a:solidFill>
                  <a:schemeClr val="tx1"/>
                </a:solidFill>
                <a:latin typeface="Abadi" panose="020B0604020104020204" pitchFamily="34" charset="0"/>
                <a:ea typeface="+mn-ea"/>
                <a:cs typeface="+mn-cs"/>
              </a:defRPr>
            </a:lvl1pPr>
            <a:lvl2pPr marL="457200" algn="l" defTabSz="914400" rtl="0" eaLnBrk="1" latinLnBrk="0" hangingPunct="1">
              <a:defRPr lang="de-DE" sz="1800" kern="1200">
                <a:solidFill>
                  <a:schemeClr val="tx1"/>
                </a:solidFill>
                <a:latin typeface="+mn-lt"/>
                <a:ea typeface="+mn-ea"/>
                <a:cs typeface="+mn-cs"/>
              </a:defRPr>
            </a:lvl2pPr>
            <a:lvl3pPr marL="914400" algn="l" defTabSz="914400" rtl="0" eaLnBrk="1" latinLnBrk="0" hangingPunct="1">
              <a:defRPr lang="de-DE" sz="1800" kern="1200">
                <a:solidFill>
                  <a:schemeClr val="tx1"/>
                </a:solidFill>
                <a:latin typeface="+mn-lt"/>
                <a:ea typeface="+mn-ea"/>
                <a:cs typeface="+mn-cs"/>
              </a:defRPr>
            </a:lvl3pPr>
            <a:lvl4pPr marL="1371600" algn="l" defTabSz="914400" rtl="0" eaLnBrk="1" latinLnBrk="0" hangingPunct="1">
              <a:defRPr lang="de-DE" sz="1800" kern="1200">
                <a:solidFill>
                  <a:schemeClr val="tx1"/>
                </a:solidFill>
                <a:latin typeface="+mn-lt"/>
                <a:ea typeface="+mn-ea"/>
                <a:cs typeface="+mn-cs"/>
              </a:defRPr>
            </a:lvl4pPr>
            <a:lvl5pPr marL="1828800" algn="l" defTabSz="914400" rtl="0" eaLnBrk="1" latinLnBrk="0" hangingPunct="1">
              <a:defRPr lang="de-DE" sz="1800" kern="1200">
                <a:solidFill>
                  <a:schemeClr val="tx1"/>
                </a:solidFill>
                <a:latin typeface="+mn-lt"/>
                <a:ea typeface="+mn-ea"/>
                <a:cs typeface="+mn-cs"/>
              </a:defRPr>
            </a:lvl5pPr>
            <a:lvl6pPr marL="2286000" algn="l" defTabSz="914400" rtl="0" eaLnBrk="1" latinLnBrk="0" hangingPunct="1">
              <a:defRPr lang="de-DE" sz="1800" kern="1200">
                <a:solidFill>
                  <a:schemeClr val="tx1"/>
                </a:solidFill>
                <a:latin typeface="+mn-lt"/>
                <a:ea typeface="+mn-ea"/>
                <a:cs typeface="+mn-cs"/>
              </a:defRPr>
            </a:lvl6pPr>
            <a:lvl7pPr marL="2743200" algn="l" defTabSz="914400" rtl="0" eaLnBrk="1" latinLnBrk="0" hangingPunct="1">
              <a:defRPr lang="de-DE" sz="1800" kern="1200">
                <a:solidFill>
                  <a:schemeClr val="tx1"/>
                </a:solidFill>
                <a:latin typeface="+mn-lt"/>
                <a:ea typeface="+mn-ea"/>
                <a:cs typeface="+mn-cs"/>
              </a:defRPr>
            </a:lvl7pPr>
            <a:lvl8pPr marL="3200400" algn="l" defTabSz="914400" rtl="0" eaLnBrk="1" latinLnBrk="0" hangingPunct="1">
              <a:defRPr lang="de-DE" sz="1800" kern="1200">
                <a:solidFill>
                  <a:schemeClr val="tx1"/>
                </a:solidFill>
                <a:latin typeface="+mn-lt"/>
                <a:ea typeface="+mn-ea"/>
                <a:cs typeface="+mn-cs"/>
              </a:defRPr>
            </a:lvl8pPr>
            <a:lvl9pPr marL="3657600" algn="l" defTabSz="914400" rtl="0" eaLnBrk="1" latinLnBrk="0" hangingPunct="1">
              <a:defRPr lang="de-DE"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lang="de-DE"/>
            </a:pPr>
            <a:fld id="{47FEACEE-25B4-4A2D-B147-27296E36371D}" type="slidenum">
              <a:rPr kumimoji="0" lang="de-DE"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lang="de-DE"/>
              </a:pPr>
              <a:t>20</a:t>
            </a:fld>
            <a:endParaRPr kumimoji="0" lang="de-DE" altLang="zh-CN" sz="1200" u="none" strike="noStrike" kern="1200" cap="none" spc="0" normalizeH="0" baseline="0">
              <a:ln>
                <a:noFill/>
              </a:ln>
              <a:solidFill>
                <a:schemeClr val="bg1"/>
              </a:solidFill>
              <a:effectLst/>
              <a:uLnTx/>
              <a:uFillTx/>
            </a:endParaRPr>
          </a:p>
        </p:txBody>
      </p:sp>
    </p:spTree>
    <p:extLst>
      <p:ext uri="{BB962C8B-B14F-4D97-AF65-F5344CB8AC3E}">
        <p14:creationId xmlns:p14="http://schemas.microsoft.com/office/powerpoint/2010/main" val="25197270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el 5">
            <a:extLst>
              <a:ext uri="{FF2B5EF4-FFF2-40B4-BE49-F238E27FC236}">
                <a16:creationId xmlns:a16="http://schemas.microsoft.com/office/drawing/2014/main" id="{4EFA9173-F892-5C7D-99AF-4C5FFB1532B4}"/>
              </a:ext>
            </a:extLst>
          </p:cNvPr>
          <p:cNvSpPr>
            <a:spLocks noGrp="1"/>
          </p:cNvSpPr>
          <p:nvPr>
            <p:ph type="title"/>
          </p:nvPr>
        </p:nvSpPr>
        <p:spPr/>
        <p:txBody>
          <a:bodyPr rtlCol="0"/>
          <a:lstStyle>
            <a:defPPr>
              <a:defRPr lang="de-DE"/>
            </a:defPPr>
          </a:lstStyle>
          <a:p>
            <a:pPr rtl="0"/>
            <a:r>
              <a:rPr lang="de-DE"/>
              <a:t>Zusammenfassung</a:t>
            </a:r>
          </a:p>
        </p:txBody>
      </p:sp>
      <p:sp>
        <p:nvSpPr>
          <p:cNvPr id="29" name="Textplatzhalter 28">
            <a:extLst>
              <a:ext uri="{FF2B5EF4-FFF2-40B4-BE49-F238E27FC236}">
                <a16:creationId xmlns:a16="http://schemas.microsoft.com/office/drawing/2014/main" id="{52FD53DB-CD39-2575-F8BA-63488E81091E}"/>
              </a:ext>
            </a:extLst>
          </p:cNvPr>
          <p:cNvSpPr>
            <a:spLocks noGrp="1"/>
          </p:cNvSpPr>
          <p:nvPr>
            <p:ph type="body" sz="quarter" idx="28"/>
          </p:nvPr>
        </p:nvSpPr>
        <p:spPr/>
        <p:txBody>
          <a:bodyPr rtlCol="0"/>
          <a:lstStyle>
            <a:defPPr>
              <a:defRPr lang="de-DE"/>
            </a:defPPr>
          </a:lstStyle>
          <a:p>
            <a:pPr rtl="0"/>
            <a:r>
              <a:rPr lang="de-DE"/>
              <a:t>Bei Contoso ist es unsere Überzeugung, 110 % geben zu wollen. Mithilfe unserer Datenarchitektur der nächsten Generation unterstützen wir Organisationen dabei, agile Workflows virtuell zu verwalten. Wir gedeihen aufgrund unserer Marktkenntnisse und unseres großartigen Teams hinter unserem Produkt. Wie unser CEO sagt: „Effizienz wird durch die proaktive Umgestaltung unserer Geschäftsabläufe erzielt.“</a:t>
            </a:r>
          </a:p>
          <a:p>
            <a:pPr rtl="0"/>
            <a:endParaRPr lang="de-DE"/>
          </a:p>
        </p:txBody>
      </p:sp>
      <p:pic>
        <p:nvPicPr>
          <p:cNvPr id="38" name="Bildplatzhalter 37" descr="Leute, die im Büro arbeiten">
            <a:extLst>
              <a:ext uri="{FF2B5EF4-FFF2-40B4-BE49-F238E27FC236}">
                <a16:creationId xmlns:a16="http://schemas.microsoft.com/office/drawing/2014/main" id="{4162880A-4A88-ED9F-357E-65638ED8BB0C}"/>
              </a:ext>
            </a:extLst>
          </p:cNvPr>
          <p:cNvPicPr>
            <a:picLocks noGrp="1" noChangeAspect="1"/>
          </p:cNvPicPr>
          <p:nvPr>
            <p:ph type="pic" sz="quarter" idx="48"/>
          </p:nvPr>
        </p:nvPicPr>
        <p:blipFill>
          <a:blip r:embed="rId3" cstate="print">
            <a:extLst>
              <a:ext uri="{28A0092B-C50C-407E-A947-70E740481C1C}">
                <a14:useLocalDpi xmlns:a14="http://schemas.microsoft.com/office/drawing/2010/main"/>
              </a:ext>
            </a:extLst>
          </a:blip>
          <a:srcRect/>
          <a:stretch>
            <a:fillRect/>
          </a:stretch>
        </p:blipFill>
        <p:spPr/>
      </p:pic>
      <p:pic>
        <p:nvPicPr>
          <p:cNvPr id="39" name="Bildplatzhalter 31">
            <a:extLst>
              <a:ext uri="{FF2B5EF4-FFF2-40B4-BE49-F238E27FC236}">
                <a16:creationId xmlns:a16="http://schemas.microsoft.com/office/drawing/2014/main" id="{6037332D-8714-C147-6E64-3654D8C57839}"/>
              </a:ext>
              <a:ext uri="{C183D7F6-B498-43B3-948B-1728B52AA6E4}">
                <adec:decorative xmlns:adec="http://schemas.microsoft.com/office/drawing/2017/decorative" val="1"/>
              </a:ext>
            </a:extLst>
          </p:cNvPr>
          <p:cNvPicPr>
            <a:picLocks noChangeAspect="1"/>
          </p:cNvPicPr>
          <p:nvPr/>
        </p:nvPicPr>
        <p:blipFill>
          <a:blip r:embed="rId4" cstate="print">
            <a:extLst>
              <a:ext uri="{28A0092B-C50C-407E-A947-70E740481C1C}">
                <a14:useLocalDpi xmlns:a14="http://schemas.microsoft.com/office/drawing/2010/main"/>
              </a:ext>
            </a:extLst>
          </a:blip>
          <a:srcRect t="2555" b="2555"/>
          <a:stretch>
            <a:fillRect/>
          </a:stretch>
        </p:blipFill>
        <p:spPr>
          <a:xfrm>
            <a:off x="6504265" y="3029080"/>
            <a:ext cx="1570617" cy="17968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pic>
      <p:sp>
        <p:nvSpPr>
          <p:cNvPr id="4" name="Fußzeilenplatzhalter 3">
            <a:extLst>
              <a:ext uri="{FF2B5EF4-FFF2-40B4-BE49-F238E27FC236}">
                <a16:creationId xmlns:a16="http://schemas.microsoft.com/office/drawing/2014/main" id="{B7838384-8691-DBBE-0A1A-DAFAC40B948F}"/>
              </a:ext>
            </a:extLst>
          </p:cNvPr>
          <p:cNvSpPr>
            <a:spLocks noGrp="1"/>
          </p:cNvSpPr>
          <p:nvPr>
            <p:ph type="ftr" sz="quarter" idx="49"/>
          </p:nvPr>
        </p:nvSpPr>
        <p:spPr/>
        <p:txBody>
          <a:bodyPr rtlCol="0"/>
          <a:lstStyle>
            <a:defPPr>
              <a:defRPr lang="de-DE"/>
            </a:defPPr>
          </a:lstStyle>
          <a:p>
            <a:pPr rtl="0"/>
            <a:r>
              <a:rPr lang="de-DE"/>
              <a:t>Präsentationstitel</a:t>
            </a:r>
          </a:p>
        </p:txBody>
      </p:sp>
      <p:sp>
        <p:nvSpPr>
          <p:cNvPr id="8" name="Foliennummernplatzhalter 13">
            <a:extLst>
              <a:ext uri="{FF2B5EF4-FFF2-40B4-BE49-F238E27FC236}">
                <a16:creationId xmlns:a16="http://schemas.microsoft.com/office/drawing/2014/main" id="{965C5ABF-DCA7-6790-2E26-EE57DCD64900}"/>
              </a:ext>
            </a:extLst>
          </p:cNvPr>
          <p:cNvSpPr txBox="1">
            <a:spLocks/>
          </p:cNvSpPr>
          <p:nvPr/>
        </p:nvSpPr>
        <p:spPr>
          <a:xfrm>
            <a:off x="11194169" y="6215665"/>
            <a:ext cx="458592" cy="365125"/>
          </a:xfrm>
          <a:prstGeom prst="rect">
            <a:avLst/>
          </a:prstGeom>
        </p:spPr>
        <p:txBody>
          <a:bodyPr rtlCol="0" anchor="ctr"/>
          <a:lstStyle>
            <a:defPPr>
              <a:defRPr lang="de-DE"/>
            </a:defPPr>
            <a:lvl1pPr marL="0" algn="ctr" defTabSz="914400" rtl="0" eaLnBrk="1" latinLnBrk="0" hangingPunct="1">
              <a:defRPr lang="de-DE" sz="1200" b="0" i="0" kern="1200">
                <a:solidFill>
                  <a:schemeClr val="tx1"/>
                </a:solidFill>
                <a:latin typeface="Abadi" panose="020B0604020104020204" pitchFamily="34" charset="0"/>
                <a:ea typeface="+mn-ea"/>
                <a:cs typeface="+mn-cs"/>
              </a:defRPr>
            </a:lvl1pPr>
            <a:lvl2pPr marL="457200" algn="l" defTabSz="914400" rtl="0" eaLnBrk="1" latinLnBrk="0" hangingPunct="1">
              <a:defRPr lang="de-DE" sz="1800" kern="1200">
                <a:solidFill>
                  <a:schemeClr val="tx1"/>
                </a:solidFill>
                <a:latin typeface="+mn-lt"/>
                <a:ea typeface="+mn-ea"/>
                <a:cs typeface="+mn-cs"/>
              </a:defRPr>
            </a:lvl2pPr>
            <a:lvl3pPr marL="914400" algn="l" defTabSz="914400" rtl="0" eaLnBrk="1" latinLnBrk="0" hangingPunct="1">
              <a:defRPr lang="de-DE" sz="1800" kern="1200">
                <a:solidFill>
                  <a:schemeClr val="tx1"/>
                </a:solidFill>
                <a:latin typeface="+mn-lt"/>
                <a:ea typeface="+mn-ea"/>
                <a:cs typeface="+mn-cs"/>
              </a:defRPr>
            </a:lvl3pPr>
            <a:lvl4pPr marL="1371600" algn="l" defTabSz="914400" rtl="0" eaLnBrk="1" latinLnBrk="0" hangingPunct="1">
              <a:defRPr lang="de-DE" sz="1800" kern="1200">
                <a:solidFill>
                  <a:schemeClr val="tx1"/>
                </a:solidFill>
                <a:latin typeface="+mn-lt"/>
                <a:ea typeface="+mn-ea"/>
                <a:cs typeface="+mn-cs"/>
              </a:defRPr>
            </a:lvl4pPr>
            <a:lvl5pPr marL="1828800" algn="l" defTabSz="914400" rtl="0" eaLnBrk="1" latinLnBrk="0" hangingPunct="1">
              <a:defRPr lang="de-DE" sz="1800" kern="1200">
                <a:solidFill>
                  <a:schemeClr val="tx1"/>
                </a:solidFill>
                <a:latin typeface="+mn-lt"/>
                <a:ea typeface="+mn-ea"/>
                <a:cs typeface="+mn-cs"/>
              </a:defRPr>
            </a:lvl5pPr>
            <a:lvl6pPr marL="2286000" algn="l" defTabSz="914400" rtl="0" eaLnBrk="1" latinLnBrk="0" hangingPunct="1">
              <a:defRPr lang="de-DE" sz="1800" kern="1200">
                <a:solidFill>
                  <a:schemeClr val="tx1"/>
                </a:solidFill>
                <a:latin typeface="+mn-lt"/>
                <a:ea typeface="+mn-ea"/>
                <a:cs typeface="+mn-cs"/>
              </a:defRPr>
            </a:lvl6pPr>
            <a:lvl7pPr marL="2743200" algn="l" defTabSz="914400" rtl="0" eaLnBrk="1" latinLnBrk="0" hangingPunct="1">
              <a:defRPr lang="de-DE" sz="1800" kern="1200">
                <a:solidFill>
                  <a:schemeClr val="tx1"/>
                </a:solidFill>
                <a:latin typeface="+mn-lt"/>
                <a:ea typeface="+mn-ea"/>
                <a:cs typeface="+mn-cs"/>
              </a:defRPr>
            </a:lvl7pPr>
            <a:lvl8pPr marL="3200400" algn="l" defTabSz="914400" rtl="0" eaLnBrk="1" latinLnBrk="0" hangingPunct="1">
              <a:defRPr lang="de-DE" sz="1800" kern="1200">
                <a:solidFill>
                  <a:schemeClr val="tx1"/>
                </a:solidFill>
                <a:latin typeface="+mn-lt"/>
                <a:ea typeface="+mn-ea"/>
                <a:cs typeface="+mn-cs"/>
              </a:defRPr>
            </a:lvl8pPr>
            <a:lvl9pPr marL="3657600" algn="l" defTabSz="914400" rtl="0" eaLnBrk="1" latinLnBrk="0" hangingPunct="1">
              <a:defRPr lang="de-DE"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lang="de-DE"/>
            </a:pPr>
            <a:fld id="{47FEACEE-25B4-4A2D-B147-27296E36371D}" type="slidenum">
              <a:rPr kumimoji="0" lang="de-DE"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lang="de-DE"/>
              </a:pPr>
              <a:t>21</a:t>
            </a:fld>
            <a:endParaRPr kumimoji="0" lang="de-DE" altLang="zh-CN" sz="1200" u="none" strike="noStrike" kern="1200" cap="none" spc="0" normalizeH="0" baseline="0">
              <a:ln>
                <a:noFill/>
              </a:ln>
              <a:solidFill>
                <a:schemeClr val="bg1"/>
              </a:solidFill>
              <a:effectLst/>
              <a:uLnTx/>
              <a:uFillTx/>
            </a:endParaRPr>
          </a:p>
        </p:txBody>
      </p:sp>
    </p:spTree>
    <p:extLst>
      <p:ext uri="{BB962C8B-B14F-4D97-AF65-F5344CB8AC3E}">
        <p14:creationId xmlns:p14="http://schemas.microsoft.com/office/powerpoint/2010/main" val="41575333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itel 23">
            <a:extLst>
              <a:ext uri="{FF2B5EF4-FFF2-40B4-BE49-F238E27FC236}">
                <a16:creationId xmlns:a16="http://schemas.microsoft.com/office/drawing/2014/main" id="{AD2C8D04-263D-9589-1CFF-A5968D7C33D7}"/>
              </a:ext>
            </a:extLst>
          </p:cNvPr>
          <p:cNvSpPr>
            <a:spLocks noGrp="1"/>
          </p:cNvSpPr>
          <p:nvPr>
            <p:ph type="title"/>
          </p:nvPr>
        </p:nvSpPr>
        <p:spPr/>
        <p:txBody>
          <a:bodyPr rtlCol="0"/>
          <a:lstStyle>
            <a:defPPr>
              <a:defRPr lang="de-DE"/>
            </a:defPPr>
          </a:lstStyle>
          <a:p>
            <a:pPr rtl="0"/>
            <a:r>
              <a:rPr lang="de-DE"/>
              <a:t>Danke</a:t>
            </a:r>
          </a:p>
        </p:txBody>
      </p:sp>
      <p:pic>
        <p:nvPicPr>
          <p:cNvPr id="14" name="Bildplatzhalter 13" descr="Leute, die im Büro arbeiten">
            <a:extLst>
              <a:ext uri="{FF2B5EF4-FFF2-40B4-BE49-F238E27FC236}">
                <a16:creationId xmlns:a16="http://schemas.microsoft.com/office/drawing/2014/main" id="{496155F4-61B2-441D-9F16-788866450DA2}"/>
              </a:ext>
            </a:extLst>
          </p:cNvPr>
          <p:cNvPicPr>
            <a:picLocks noGrp="1" noChangeAspect="1"/>
          </p:cNvPicPr>
          <p:nvPr>
            <p:ph type="pic" sz="quarter" idx="49"/>
          </p:nvPr>
        </p:nvPicPr>
        <p:blipFill rotWithShape="1">
          <a:blip r:embed="rId3" cstate="print">
            <a:extLst>
              <a:ext uri="{28A0092B-C50C-407E-A947-70E740481C1C}">
                <a14:useLocalDpi xmlns:a14="http://schemas.microsoft.com/office/drawing/2010/main"/>
              </a:ext>
            </a:extLst>
          </a:blip>
          <a:srcRect/>
          <a:stretch/>
        </p:blipFill>
        <p:spPr/>
      </p:pic>
      <p:pic>
        <p:nvPicPr>
          <p:cNvPr id="16" name="Bildplatzhalter 15" descr="Menschen in einem Büro diskutieren über die Arbeit über einen Laptop&#10;">
            <a:extLst>
              <a:ext uri="{FF2B5EF4-FFF2-40B4-BE49-F238E27FC236}">
                <a16:creationId xmlns:a16="http://schemas.microsoft.com/office/drawing/2014/main" id="{BCD5762E-DD49-42B3-9CA8-46A4AD7193E2}"/>
              </a:ext>
            </a:extLst>
          </p:cNvPr>
          <p:cNvPicPr>
            <a:picLocks noGrp="1" noChangeAspect="1"/>
          </p:cNvPicPr>
          <p:nvPr>
            <p:ph type="pic" sz="quarter" idx="48"/>
          </p:nvPr>
        </p:nvPicPr>
        <p:blipFill rotWithShape="1">
          <a:blip r:embed="rId4" cstate="print">
            <a:extLst>
              <a:ext uri="{28A0092B-C50C-407E-A947-70E740481C1C}">
                <a14:useLocalDpi xmlns:a14="http://schemas.microsoft.com/office/drawing/2010/main"/>
              </a:ext>
            </a:extLst>
          </a:blip>
          <a:srcRect/>
          <a:stretch/>
        </p:blipFill>
        <p:spPr/>
      </p:pic>
      <p:pic>
        <p:nvPicPr>
          <p:cNvPr id="18" name="Bildplatzhalter 17" descr="Layout von Website-Designskizzen auf weißem Papier">
            <a:extLst>
              <a:ext uri="{FF2B5EF4-FFF2-40B4-BE49-F238E27FC236}">
                <a16:creationId xmlns:a16="http://schemas.microsoft.com/office/drawing/2014/main" id="{1051CD21-1408-4D13-BF0B-0D7013AD2D0C}"/>
              </a:ext>
            </a:extLst>
          </p:cNvPr>
          <p:cNvPicPr>
            <a:picLocks noGrp="1" noChangeAspect="1"/>
          </p:cNvPicPr>
          <p:nvPr>
            <p:ph type="pic" sz="quarter" idx="51"/>
          </p:nvPr>
        </p:nvPicPr>
        <p:blipFill rotWithShape="1">
          <a:blip r:embed="rId5" cstate="print">
            <a:extLst>
              <a:ext uri="{28A0092B-C50C-407E-A947-70E740481C1C}">
                <a14:useLocalDpi xmlns:a14="http://schemas.microsoft.com/office/drawing/2010/main"/>
              </a:ext>
            </a:extLst>
          </a:blip>
          <a:srcRect/>
          <a:stretch/>
        </p:blipFill>
        <p:spPr/>
      </p:pic>
      <p:sp>
        <p:nvSpPr>
          <p:cNvPr id="25" name="Textplatzhalter 24">
            <a:extLst>
              <a:ext uri="{FF2B5EF4-FFF2-40B4-BE49-F238E27FC236}">
                <a16:creationId xmlns:a16="http://schemas.microsoft.com/office/drawing/2014/main" id="{B993E4D5-4AD0-4740-096D-6822944C8FF6}"/>
              </a:ext>
            </a:extLst>
          </p:cNvPr>
          <p:cNvSpPr>
            <a:spLocks noGrp="1"/>
          </p:cNvSpPr>
          <p:nvPr>
            <p:ph type="body" sz="quarter" idx="27"/>
          </p:nvPr>
        </p:nvSpPr>
        <p:spPr/>
        <p:txBody>
          <a:bodyPr rtlCol="0"/>
          <a:lstStyle>
            <a:defPPr>
              <a:defRPr lang="de-DE"/>
            </a:defPPr>
          </a:lstStyle>
          <a:p>
            <a:pPr rtl="0"/>
            <a:r>
              <a:rPr lang="de-DE"/>
              <a:t>Mirjam Nilsson</a:t>
            </a:r>
          </a:p>
          <a:p>
            <a:pPr lvl="0" rtl="0"/>
            <a:r>
              <a:rPr lang="de-DE"/>
              <a:t>mirjam@contoso.com</a:t>
            </a:r>
          </a:p>
          <a:p>
            <a:pPr lvl="0" rtl="0"/>
            <a:r>
              <a:rPr lang="de-DE"/>
              <a:t>www.contoso.com</a:t>
            </a:r>
          </a:p>
          <a:p>
            <a:pPr rtl="0"/>
            <a:endParaRPr lang="de-DE"/>
          </a:p>
        </p:txBody>
      </p:sp>
      <p:pic>
        <p:nvPicPr>
          <p:cNvPr id="28" name="Bildplatzhalter 27" descr="Geschäftsfrau überprüft Haftnotizen an einer Wand">
            <a:extLst>
              <a:ext uri="{FF2B5EF4-FFF2-40B4-BE49-F238E27FC236}">
                <a16:creationId xmlns:a16="http://schemas.microsoft.com/office/drawing/2014/main" id="{B746A775-E65C-70F6-9DB4-E51F7F2DAECE}"/>
              </a:ext>
            </a:extLst>
          </p:cNvPr>
          <p:cNvPicPr>
            <a:picLocks noGrp="1" noChangeAspect="1"/>
          </p:cNvPicPr>
          <p:nvPr>
            <p:ph type="pic" sz="quarter" idx="50"/>
          </p:nvPr>
        </p:nvPicPr>
        <p:blipFill>
          <a:blip r:embed="rId6" cstate="print">
            <a:extLst>
              <a:ext uri="{28A0092B-C50C-407E-A947-70E740481C1C}">
                <a14:useLocalDpi xmlns:a14="http://schemas.microsoft.com/office/drawing/2010/main"/>
              </a:ext>
            </a:extLst>
          </a:blip>
          <a:srcRect/>
          <a:stretch>
            <a:fillRect/>
          </a:stretch>
        </p:blipFill>
        <p:spPr/>
      </p:pic>
    </p:spTree>
    <p:extLst>
      <p:ext uri="{BB962C8B-B14F-4D97-AF65-F5344CB8AC3E}">
        <p14:creationId xmlns:p14="http://schemas.microsoft.com/office/powerpoint/2010/main" val="529279411"/>
      </p:ext>
    </p:extLst>
  </p:cSld>
  <p:clrMapOvr>
    <a:masterClrMapping/>
  </p:clrMapOvr>
</p:sld>
</file>

<file path=ppt/theme/theme1.xml><?xml version="1.0" encoding="utf-8"?>
<a:theme xmlns:a="http://schemas.openxmlformats.org/drawingml/2006/main" name="Benutzerdefiniert">
  <a:themeElements>
    <a:clrScheme name="Custom 7">
      <a:dk1>
        <a:srgbClr val="000000"/>
      </a:dk1>
      <a:lt1>
        <a:srgbClr val="FFFFFF"/>
      </a:lt1>
      <a:dk2>
        <a:srgbClr val="0F253E"/>
      </a:dk2>
      <a:lt2>
        <a:srgbClr val="E7E6E6"/>
      </a:lt2>
      <a:accent1>
        <a:srgbClr val="4472C4"/>
      </a:accent1>
      <a:accent2>
        <a:srgbClr val="B83903"/>
      </a:accent2>
      <a:accent3>
        <a:srgbClr val="75262A"/>
      </a:accent3>
      <a:accent4>
        <a:srgbClr val="F79320"/>
      </a:accent4>
      <a:accent5>
        <a:srgbClr val="44668D"/>
      </a:accent5>
      <a:accent6>
        <a:srgbClr val="0F253E"/>
      </a:accent6>
      <a:hlink>
        <a:srgbClr val="AEC0D9"/>
      </a:hlink>
      <a:folHlink>
        <a:srgbClr val="B83903"/>
      </a:folHlink>
    </a:clrScheme>
    <a:fontScheme name="Custom 10">
      <a:majorFont>
        <a:latin typeface="Posterama Text Black"/>
        <a:ea typeface=""/>
        <a:cs typeface=""/>
      </a:majorFont>
      <a:minorFont>
        <a:latin typeface="Abad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a:lstStyle>
        <a:defPPr marL="0" indent="0" algn="ctr">
          <a:lnSpc>
            <a:spcPct val="100000"/>
          </a:lnSpc>
          <a:spcBef>
            <a:spcPts val="0"/>
          </a:spcBef>
          <a:buFontTx/>
          <a:buNone/>
          <a:defRPr sz="1800" smtClean="0">
            <a:solidFill>
              <a:prstClr val="white"/>
            </a:solidFill>
            <a:latin typeface="Posterama" panose="020B0504020200020000" pitchFamily="34" charset="0"/>
            <a:ea typeface="微软雅黑"/>
            <a:cs typeface="Posterama" panose="020B0504020200020000" pitchFamily="34" charset="0"/>
          </a:defRPr>
        </a:defPPr>
      </a:lstStyle>
    </a:txDef>
  </a:objectDefaults>
  <a:extraClrSchemeLst/>
  <a:extLst>
    <a:ext uri="{05A4C25C-085E-4340-85A3-A5531E510DB2}">
      <thm15:themeFamily xmlns:thm15="http://schemas.microsoft.com/office/thememl/2012/main" name="Office_71628340_TF89027928_Win32" id="{AF30535B-E1CF-4126-A2B1-52EF39E6AF3F}" vid="{517B4E52-DE87-41F3-AD35-46104B74E384}"/>
    </a:ext>
  </a:extLst>
</a:theme>
</file>

<file path=ppt/theme/theme2.xml><?xml version="1.0" encoding="utf-8"?>
<a:theme xmlns:a="http://schemas.openxmlformats.org/drawingml/2006/main" name="Office-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00687103-6cf5-462e-8c02-f1ba68af7641" xsi:nil="true"/>
    <lcf76f155ced4ddcb4097134ff3c332f xmlns="6d6bb148-5cfe-46b0-be8b-b3e5e3eedad6">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99ED8A5931DB3D4BBD46390F3D1564F6" ma:contentTypeVersion="14" ma:contentTypeDescription="Create a new document." ma:contentTypeScope="" ma:versionID="5ada5320f75f2557e6e4770a18d5c541">
  <xsd:schema xmlns:xsd="http://www.w3.org/2001/XMLSchema" xmlns:xs="http://www.w3.org/2001/XMLSchema" xmlns:p="http://schemas.microsoft.com/office/2006/metadata/properties" xmlns:ns2="6d6bb148-5cfe-46b0-be8b-b3e5e3eedad6" xmlns:ns3="00687103-6cf5-462e-8c02-f1ba68af7641" targetNamespace="http://schemas.microsoft.com/office/2006/metadata/properties" ma:root="true" ma:fieldsID="a57eba900442aef46812fc98f67edd9e" ns2:_="" ns3:_="">
    <xsd:import namespace="6d6bb148-5cfe-46b0-be8b-b3e5e3eedad6"/>
    <xsd:import namespace="00687103-6cf5-462e-8c02-f1ba68af7641"/>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3:SharedWithUsers" minOccurs="0"/>
                <xsd:element ref="ns3:SharedWithDetails"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d6bb148-5cfe-46b0-be8b-b3e5e3eedad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a50f6172-23fc-49d3-8969-ada4e0c883f1"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21"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00687103-6cf5-462e-8c02-f1ba68af7641"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5e893277-e66b-4ed0-a4d8-a502dcd75903}" ma:internalName="TaxCatchAll" ma:showField="CatchAllData" ma:web="00687103-6cf5-462e-8c02-f1ba68af7641">
      <xsd:complexType>
        <xsd:complexContent>
          <xsd:extension base="dms:MultiChoiceLookup">
            <xsd:sequence>
              <xsd:element name="Value" type="dms:Lookup" maxOccurs="unbounded" minOccurs="0" nillable="true"/>
            </xsd:sequence>
          </xsd:extension>
        </xsd:complexContent>
      </xsd:complexType>
    </xsd:element>
    <xsd:element name="SharedWithUsers" ma:index="1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8C25491-3B09-4F3E-8C86-936D290E4013}">
  <ds:schemaRefs>
    <ds:schemaRef ds:uri="http://schemas.microsoft.com/sharepoint/v3/contenttype/forms"/>
  </ds:schemaRefs>
</ds:datastoreItem>
</file>

<file path=customXml/itemProps2.xml><?xml version="1.0" encoding="utf-8"?>
<ds:datastoreItem xmlns:ds="http://schemas.openxmlformats.org/officeDocument/2006/customXml" ds:itemID="{F4D5854E-F453-4846-A87D-6EF3DCF73E3E}">
  <ds:schemaRefs>
    <ds:schemaRef ds:uri="00687103-6cf5-462e-8c02-f1ba68af7641"/>
    <ds:schemaRef ds:uri="230e9df3-be65-4c73-a93b-d1236ebd677e"/>
    <ds:schemaRef ds:uri="6d6bb148-5cfe-46b0-be8b-b3e5e3eedad6"/>
    <ds:schemaRef ds:uri="71af3243-3dd4-4a8d-8c0d-dd76da1f02a5"/>
    <ds:schemaRef ds:uri="http://schemas.microsoft.com/office/2006/metadata/properties"/>
    <ds:schemaRef ds:uri="http://schemas.microsoft.com/office/infopath/2007/PartnerControls"/>
    <ds:schemaRef ds:uri="http://schemas.microsoft.com/sharepoint/v3"/>
  </ds:schemaRefs>
</ds:datastoreItem>
</file>

<file path=customXml/itemProps3.xml><?xml version="1.0" encoding="utf-8"?>
<ds:datastoreItem xmlns:ds="http://schemas.openxmlformats.org/officeDocument/2006/customXml" ds:itemID="{476601CD-2B2D-4421-8801-DB2A7A06E93A}"/>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Dunkle Präsentation mit Sechseck</Template>
  <Application>Microsoft Office PowerPoint</Application>
  <PresentationFormat>Widescreen</PresentationFormat>
  <Slides>22</Slides>
  <Notes>21</Notes>
  <HiddenSlides>0</HiddenSlides>
  <ScaleCrop>false</ScaleCrop>
  <HeadingPairs>
    <vt:vector size="4" baseType="variant">
      <vt:variant>
        <vt:lpstr>Theme</vt:lpstr>
      </vt:variant>
      <vt:variant>
        <vt:i4>1</vt:i4>
      </vt:variant>
      <vt:variant>
        <vt:lpstr>Slide Titles</vt:lpstr>
      </vt:variant>
      <vt:variant>
        <vt:i4>22</vt:i4>
      </vt:variant>
    </vt:vector>
  </HeadingPairs>
  <TitlesOfParts>
    <vt:vector size="23" baseType="lpstr">
      <vt:lpstr>Benutzerdefiniert</vt:lpstr>
      <vt:lpstr>Webapplikation: Die digitale Bankfiliale</vt:lpstr>
      <vt:lpstr>Agenda</vt:lpstr>
      <vt:lpstr>Über Uns</vt:lpstr>
      <vt:lpstr>Unsere Idee</vt:lpstr>
      <vt:lpstr>Unsere Planung Anwendererzählung – „User Stories“ </vt:lpstr>
      <vt:lpstr>Unsere Planung Anwendererzählung – „User Stories“ </vt:lpstr>
      <vt:lpstr>Unsere Planung Aufgabenverwaltung – „Jira“  KAN Board - Agile Board - Jira (atlassian.net) </vt:lpstr>
      <vt:lpstr>Unsere Planung Die tägliche Routine </vt:lpstr>
      <vt:lpstr>Die Aufgaben</vt:lpstr>
      <vt:lpstr>Technisches und Tools Backend</vt:lpstr>
      <vt:lpstr>Technisches und Tools Frontend</vt:lpstr>
      <vt:lpstr>Herausforderungen</vt:lpstr>
      <vt:lpstr>Das Ergebnis</vt:lpstr>
      <vt:lpstr>„Geschäftsmöglichkeiten sind wie Busse. Es kommt immer noch einer."</vt:lpstr>
      <vt:lpstr>Quartalsleistung</vt:lpstr>
      <vt:lpstr>Bereiche des Wachstums</vt:lpstr>
      <vt:lpstr>Unser erweitertes Team kennenlernen </vt:lpstr>
      <vt:lpstr>Produkteinführungsplan</vt:lpstr>
      <vt:lpstr>Schwerpunkte</vt:lpstr>
      <vt:lpstr>Wie wir dorthin kommen</vt:lpstr>
      <vt:lpstr>Zusammenfassung</vt:lpstr>
      <vt:lpstr>Danke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Webapplikation: Die digitale Bankfiliale</dc:title>
  <dc:creator>Mats Engbers</dc:creator>
  <cp:revision>1</cp:revision>
  <dcterms:created xsi:type="dcterms:W3CDTF">2024-07-25T08:27:18Z</dcterms:created>
  <dcterms:modified xsi:type="dcterms:W3CDTF">2024-07-30T14:05:53Z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0x01010099ED8A5931DB3D4BBD46390F3D1564F6</vt:lpwstr>
  </property>
  <property fmtid="{D5CDD505-2E9C-101B-9397-08002B2CF9AE}" pid="3" name="MediaServiceImageTags">
    <vt:lpwstr/>
  </property>
</Properties>
</file>